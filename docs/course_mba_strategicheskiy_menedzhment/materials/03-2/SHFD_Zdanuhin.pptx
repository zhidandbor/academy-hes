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17"/>
  </p:notesMasterIdLst>
  <p:sldIdLst>
    <p:sldId id="256" r:id="rId5"/>
    <p:sldId id="263" r:id="rId6"/>
    <p:sldId id="262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Новикова Иветта Георгиевна" initials="НИГ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838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734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1DDD99BC-1B1C-4B7E-BD71-48C89F26EB09}"/>
    <pc:docChg chg="undo custSel addSld delSld modSld sldOrd">
      <pc:chgData name="Иветта Новикова" userId="e708aafe7de06156" providerId="LiveId" clId="{1DDD99BC-1B1C-4B7E-BD71-48C89F26EB09}" dt="2018-03-10T11:27:32.302" v="1101" actId="20577"/>
      <pc:docMkLst>
        <pc:docMk/>
      </pc:docMkLst>
      <pc:sldChg chg="modSp">
        <pc:chgData name="Иветта Новикова" userId="e708aafe7de06156" providerId="LiveId" clId="{1DDD99BC-1B1C-4B7E-BD71-48C89F26EB09}" dt="2018-03-10T09:22:44.777" v="493" actId="20577"/>
        <pc:sldMkLst>
          <pc:docMk/>
          <pc:sldMk cId="1145419099" sldId="260"/>
        </pc:sldMkLst>
        <pc:spChg chg="mod">
          <ac:chgData name="Иветта Новикова" userId="e708aafe7de06156" providerId="LiveId" clId="{1DDD99BC-1B1C-4B7E-BD71-48C89F26EB09}" dt="2018-03-10T09:22:44.777" v="493" actId="20577"/>
          <ac:spMkLst>
            <pc:docMk/>
            <pc:sldMk cId="1145419099" sldId="260"/>
            <ac:spMk id="2" creationId="{00000000-0000-0000-0000-000000000000}"/>
          </ac:spMkLst>
        </pc:spChg>
      </pc:sldChg>
      <pc:sldChg chg="addSp delSp modSp add">
        <pc:chgData name="Иветта Новикова" userId="e708aafe7de06156" providerId="LiveId" clId="{1DDD99BC-1B1C-4B7E-BD71-48C89F26EB09}" dt="2018-03-10T09:59:10.013" v="1016" actId="948"/>
        <pc:sldMkLst>
          <pc:docMk/>
          <pc:sldMk cId="2560640033" sldId="261"/>
        </pc:sldMkLst>
        <pc:spChg chg="del mod">
          <ac:chgData name="Иветта Новикова" userId="e708aafe7de06156" providerId="LiveId" clId="{1DDD99BC-1B1C-4B7E-BD71-48C89F26EB09}" dt="2018-03-10T09:05:02.789" v="75" actId="478"/>
          <ac:spMkLst>
            <pc:docMk/>
            <pc:sldMk cId="2560640033" sldId="261"/>
            <ac:spMk id="2" creationId="{00000000-0000-0000-0000-000000000000}"/>
          </ac:spMkLst>
        </pc:spChg>
        <pc:spChg chg="mod">
          <ac:chgData name="Иветта Новикова" userId="e708aafe7de06156" providerId="LiveId" clId="{1DDD99BC-1B1C-4B7E-BD71-48C89F26EB09}" dt="2018-03-10T09:59:10.013" v="1016" actId="948"/>
          <ac:spMkLst>
            <pc:docMk/>
            <pc:sldMk cId="2560640033" sldId="261"/>
            <ac:spMk id="3" creationId="{00000000-0000-0000-0000-000000000000}"/>
          </ac:spMkLst>
        </pc:spChg>
        <pc:spChg chg="add">
          <ac:chgData name="Иветта Новикова" userId="e708aafe7de06156" providerId="LiveId" clId="{1DDD99BC-1B1C-4B7E-BD71-48C89F26EB09}" dt="2018-03-10T09:04:02.272" v="66" actId="948"/>
          <ac:spMkLst>
            <pc:docMk/>
            <pc:sldMk cId="2560640033" sldId="261"/>
            <ac:spMk id="4" creationId="{79CD2642-A1A7-4D3B-B64D-3E880AA4BB9B}"/>
          </ac:spMkLst>
        </pc:spChg>
      </pc:sldChg>
      <pc:sldChg chg="del">
        <pc:chgData name="Иветта Новикова" userId="e708aafe7de06156" providerId="LiveId" clId="{1DDD99BC-1B1C-4B7E-BD71-48C89F26EB09}" dt="2018-03-10T09:02:58.736" v="0" actId="2696"/>
        <pc:sldMkLst>
          <pc:docMk/>
          <pc:sldMk cId="3165284890" sldId="261"/>
        </pc:sldMkLst>
      </pc:sldChg>
      <pc:sldChg chg="del">
        <pc:chgData name="Иветта Новикова" userId="e708aafe7de06156" providerId="LiveId" clId="{1DDD99BC-1B1C-4B7E-BD71-48C89F26EB09}" dt="2018-03-10T09:02:58.755" v="1" actId="2696"/>
        <pc:sldMkLst>
          <pc:docMk/>
          <pc:sldMk cId="1287334752" sldId="262"/>
        </pc:sldMkLst>
      </pc:sldChg>
      <pc:sldChg chg="addSp delSp modSp add">
        <pc:chgData name="Иветта Новикова" userId="e708aafe7de06156" providerId="LiveId" clId="{1DDD99BC-1B1C-4B7E-BD71-48C89F26EB09}" dt="2018-03-10T10:33:07.962" v="1096" actId="1076"/>
        <pc:sldMkLst>
          <pc:docMk/>
          <pc:sldMk cId="2677393914" sldId="262"/>
        </pc:sldMkLst>
        <pc:spChg chg="add mod">
          <ac:chgData name="Иветта Новикова" userId="e708aafe7de06156" providerId="LiveId" clId="{1DDD99BC-1B1C-4B7E-BD71-48C89F26EB09}" dt="2018-03-10T10:33:07.962" v="1096" actId="1076"/>
          <ac:spMkLst>
            <pc:docMk/>
            <pc:sldMk cId="2677393914" sldId="262"/>
            <ac:spMk id="2" creationId="{F8180FFE-9B0C-4A4E-B19F-7614FC7FDD90}"/>
          </ac:spMkLst>
        </pc:spChg>
        <pc:spChg chg="del mod">
          <ac:chgData name="Иветта Новикова" userId="e708aafe7de06156" providerId="LiveId" clId="{1DDD99BC-1B1C-4B7E-BD71-48C89F26EB09}" dt="2018-03-10T09:05:30.233" v="80" actId="478"/>
          <ac:spMkLst>
            <pc:docMk/>
            <pc:sldMk cId="2677393914" sldId="262"/>
            <ac:spMk id="3" creationId="{00000000-0000-0000-0000-000000000000}"/>
          </ac:spMkLst>
        </pc:spChg>
        <pc:spChg chg="add del mod">
          <ac:chgData name="Иветта Новикова" userId="e708aafe7de06156" providerId="LiveId" clId="{1DDD99BC-1B1C-4B7E-BD71-48C89F26EB09}" dt="2018-03-10T09:05:32.011" v="81" actId="478"/>
          <ac:spMkLst>
            <pc:docMk/>
            <pc:sldMk cId="2677393914" sldId="262"/>
            <ac:spMk id="6" creationId="{3FFEEEC3-5DD5-4A33-8214-941E5BC1AD92}"/>
          </ac:spMkLst>
        </pc:spChg>
        <pc:spChg chg="add mod">
          <ac:chgData name="Иветта Новикова" userId="e708aafe7de06156" providerId="LiveId" clId="{1DDD99BC-1B1C-4B7E-BD71-48C89F26EB09}" dt="2018-03-10T09:59:18.716" v="1017" actId="948"/>
          <ac:spMkLst>
            <pc:docMk/>
            <pc:sldMk cId="2677393914" sldId="262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758" v="2" actId="2696"/>
        <pc:sldMkLst>
          <pc:docMk/>
          <pc:sldMk cId="1899561831" sldId="263"/>
        </pc:sldMkLst>
      </pc:sldChg>
      <pc:sldChg chg="modSp add">
        <pc:chgData name="Иветта Новикова" userId="e708aafe7de06156" providerId="LiveId" clId="{1DDD99BC-1B1C-4B7E-BD71-48C89F26EB09}" dt="2018-03-10T09:59:26.537" v="1018" actId="948"/>
        <pc:sldMkLst>
          <pc:docMk/>
          <pc:sldMk cId="2598258565" sldId="263"/>
        </pc:sldMkLst>
        <pc:spChg chg="mod">
          <ac:chgData name="Иветта Новикова" userId="e708aafe7de06156" providerId="LiveId" clId="{1DDD99BC-1B1C-4B7E-BD71-48C89F26EB09}" dt="2018-03-10T09:59:26.537" v="1018" actId="948"/>
          <ac:spMkLst>
            <pc:docMk/>
            <pc:sldMk cId="2598258565" sldId="263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774" v="3" actId="2696"/>
        <pc:sldMkLst>
          <pc:docMk/>
          <pc:sldMk cId="645587093" sldId="264"/>
        </pc:sldMkLst>
      </pc:sldChg>
      <pc:sldChg chg="modSp add">
        <pc:chgData name="Иветта Новикова" userId="e708aafe7de06156" providerId="LiveId" clId="{1DDD99BC-1B1C-4B7E-BD71-48C89F26EB09}" dt="2018-03-10T09:59:37.823" v="1019" actId="948"/>
        <pc:sldMkLst>
          <pc:docMk/>
          <pc:sldMk cId="1231186473" sldId="264"/>
        </pc:sldMkLst>
        <pc:spChg chg="mod">
          <ac:chgData name="Иветта Новикова" userId="e708aafe7de06156" providerId="LiveId" clId="{1DDD99BC-1B1C-4B7E-BD71-48C89F26EB09}" dt="2018-03-10T09:09:36.339" v="123" actId="14100"/>
          <ac:spMkLst>
            <pc:docMk/>
            <pc:sldMk cId="1231186473" sldId="264"/>
            <ac:spMk id="2" creationId="{F8180FFE-9B0C-4A4E-B19F-7614FC7FDD90}"/>
          </ac:spMkLst>
        </pc:spChg>
        <pc:spChg chg="mod">
          <ac:chgData name="Иветта Новикова" userId="e708aafe7de06156" providerId="LiveId" clId="{1DDD99BC-1B1C-4B7E-BD71-48C89F26EB09}" dt="2018-03-10T09:59:37.823" v="1019" actId="948"/>
          <ac:spMkLst>
            <pc:docMk/>
            <pc:sldMk cId="1231186473" sldId="264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790" v="4" actId="2696"/>
        <pc:sldMkLst>
          <pc:docMk/>
          <pc:sldMk cId="1320803850" sldId="265"/>
        </pc:sldMkLst>
      </pc:sldChg>
      <pc:sldChg chg="modSp add">
        <pc:chgData name="Иветта Новикова" userId="e708aafe7de06156" providerId="LiveId" clId="{1DDD99BC-1B1C-4B7E-BD71-48C89F26EB09}" dt="2018-03-10T09:59:51.650" v="1020" actId="948"/>
        <pc:sldMkLst>
          <pc:docMk/>
          <pc:sldMk cId="1947955543" sldId="265"/>
        </pc:sldMkLst>
        <pc:spChg chg="mod">
          <ac:chgData name="Иветта Новикова" userId="e708aafe7de06156" providerId="LiveId" clId="{1DDD99BC-1B1C-4B7E-BD71-48C89F26EB09}" dt="2018-03-10T09:59:51.650" v="1020" actId="948"/>
          <ac:spMkLst>
            <pc:docMk/>
            <pc:sldMk cId="1947955543" sldId="265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805" v="5" actId="2696"/>
        <pc:sldMkLst>
          <pc:docMk/>
          <pc:sldMk cId="877530983" sldId="266"/>
        </pc:sldMkLst>
      </pc:sldChg>
      <pc:sldChg chg="modSp add">
        <pc:chgData name="Иветта Новикова" userId="e708aafe7de06156" providerId="LiveId" clId="{1DDD99BC-1B1C-4B7E-BD71-48C89F26EB09}" dt="2018-03-10T10:00:06.711" v="1022" actId="948"/>
        <pc:sldMkLst>
          <pc:docMk/>
          <pc:sldMk cId="4159713519" sldId="266"/>
        </pc:sldMkLst>
        <pc:spChg chg="mod">
          <ac:chgData name="Иветта Новикова" userId="e708aafe7de06156" providerId="LiveId" clId="{1DDD99BC-1B1C-4B7E-BD71-48C89F26EB09}" dt="2018-03-10T10:00:06.711" v="1022" actId="948"/>
          <ac:spMkLst>
            <pc:docMk/>
            <pc:sldMk cId="4159713519" sldId="266"/>
            <ac:spMk id="7" creationId="{8D78E539-F747-4A6D-A7AC-13799BCD197C}"/>
          </ac:spMkLst>
        </pc:spChg>
      </pc:sldChg>
      <pc:sldChg chg="modSp add">
        <pc:chgData name="Иветта Новикова" userId="e708aafe7de06156" providerId="LiveId" clId="{1DDD99BC-1B1C-4B7E-BD71-48C89F26EB09}" dt="2018-03-10T10:00:21.516" v="1023" actId="948"/>
        <pc:sldMkLst>
          <pc:docMk/>
          <pc:sldMk cId="867345316" sldId="267"/>
        </pc:sldMkLst>
        <pc:spChg chg="mod">
          <ac:chgData name="Иветта Новикова" userId="e708aafe7de06156" providerId="LiveId" clId="{1DDD99BC-1B1C-4B7E-BD71-48C89F26EB09}" dt="2018-03-10T10:00:21.516" v="1023" actId="948"/>
          <ac:spMkLst>
            <pc:docMk/>
            <pc:sldMk cId="867345316" sldId="267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821" v="6" actId="2696"/>
        <pc:sldMkLst>
          <pc:docMk/>
          <pc:sldMk cId="2419116735" sldId="267"/>
        </pc:sldMkLst>
      </pc:sldChg>
      <pc:sldChg chg="del">
        <pc:chgData name="Иветта Новикова" userId="e708aafe7de06156" providerId="LiveId" clId="{1DDD99BC-1B1C-4B7E-BD71-48C89F26EB09}" dt="2018-03-10T09:02:58.821" v="7" actId="2696"/>
        <pc:sldMkLst>
          <pc:docMk/>
          <pc:sldMk cId="1052228881" sldId="268"/>
        </pc:sldMkLst>
      </pc:sldChg>
      <pc:sldChg chg="addSp delSp modSp add">
        <pc:chgData name="Иветта Новикова" userId="e708aafe7de06156" providerId="LiveId" clId="{1DDD99BC-1B1C-4B7E-BD71-48C89F26EB09}" dt="2018-03-10T10:00:36.992" v="1025" actId="255"/>
        <pc:sldMkLst>
          <pc:docMk/>
          <pc:sldMk cId="3223480759" sldId="268"/>
        </pc:sldMkLst>
        <pc:spChg chg="del">
          <ac:chgData name="Иветта Новикова" userId="e708aafe7de06156" providerId="LiveId" clId="{1DDD99BC-1B1C-4B7E-BD71-48C89F26EB09}" dt="2018-03-10T09:13:56.100" v="221" actId="478"/>
          <ac:spMkLst>
            <pc:docMk/>
            <pc:sldMk cId="3223480759" sldId="268"/>
            <ac:spMk id="2" creationId="{F8180FFE-9B0C-4A4E-B19F-7614FC7FDD90}"/>
          </ac:spMkLst>
        </pc:spChg>
        <pc:spChg chg="add mod">
          <ac:chgData name="Иветта Новикова" userId="e708aafe7de06156" providerId="LiveId" clId="{1DDD99BC-1B1C-4B7E-BD71-48C89F26EB09}" dt="2018-03-10T10:00:36.992" v="1025" actId="255"/>
          <ac:spMkLst>
            <pc:docMk/>
            <pc:sldMk cId="3223480759" sldId="268"/>
            <ac:spMk id="5" creationId="{35F3430B-56C2-4EAB-AE1E-52C4BAD64F7A}"/>
          </ac:spMkLst>
        </pc:spChg>
        <pc:spChg chg="del">
          <ac:chgData name="Иветта Новикова" userId="e708aafe7de06156" providerId="LiveId" clId="{1DDD99BC-1B1C-4B7E-BD71-48C89F26EB09}" dt="2018-03-10T09:13:58.502" v="222" actId="478"/>
          <ac:spMkLst>
            <pc:docMk/>
            <pc:sldMk cId="3223480759" sldId="268"/>
            <ac:spMk id="7" creationId="{8D78E539-F747-4A6D-A7AC-13799BCD197C}"/>
          </ac:spMkLst>
        </pc:spChg>
      </pc:sldChg>
      <pc:sldChg chg="modSp add">
        <pc:chgData name="Иветта Новикова" userId="e708aafe7de06156" providerId="LiveId" clId="{1DDD99BC-1B1C-4B7E-BD71-48C89F26EB09}" dt="2018-03-10T10:00:51.536" v="1026" actId="948"/>
        <pc:sldMkLst>
          <pc:docMk/>
          <pc:sldMk cId="2882433465" sldId="269"/>
        </pc:sldMkLst>
        <pc:spChg chg="mod">
          <ac:chgData name="Иветта Новикова" userId="e708aafe7de06156" providerId="LiveId" clId="{1DDD99BC-1B1C-4B7E-BD71-48C89F26EB09}" dt="2018-03-10T10:00:51.536" v="1026" actId="948"/>
          <ac:spMkLst>
            <pc:docMk/>
            <pc:sldMk cId="2882433465" sldId="269"/>
            <ac:spMk id="5" creationId="{35F3430B-56C2-4EAB-AE1E-52C4BAD64F7A}"/>
          </ac:spMkLst>
        </pc:spChg>
      </pc:sldChg>
      <pc:sldChg chg="modSp add">
        <pc:chgData name="Иветта Новикова" userId="e708aafe7de06156" providerId="LiveId" clId="{1DDD99BC-1B1C-4B7E-BD71-48C89F26EB09}" dt="2018-03-10T10:00:59.539" v="1027" actId="948"/>
        <pc:sldMkLst>
          <pc:docMk/>
          <pc:sldMk cId="2478767255" sldId="270"/>
        </pc:sldMkLst>
        <pc:spChg chg="mod">
          <ac:chgData name="Иветта Новикова" userId="e708aafe7de06156" providerId="LiveId" clId="{1DDD99BC-1B1C-4B7E-BD71-48C89F26EB09}" dt="2018-03-10T10:00:59.539" v="1027" actId="948"/>
          <ac:spMkLst>
            <pc:docMk/>
            <pc:sldMk cId="2478767255" sldId="270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836" v="8" actId="2696"/>
        <pc:sldMkLst>
          <pc:docMk/>
          <pc:sldMk cId="3390461377" sldId="270"/>
        </pc:sldMkLst>
      </pc:sldChg>
      <pc:sldChg chg="del">
        <pc:chgData name="Иветта Новикова" userId="e708aafe7de06156" providerId="LiveId" clId="{1DDD99BC-1B1C-4B7E-BD71-48C89F26EB09}" dt="2018-03-10T09:02:58.855" v="9" actId="2696"/>
        <pc:sldMkLst>
          <pc:docMk/>
          <pc:sldMk cId="666790550" sldId="271"/>
        </pc:sldMkLst>
      </pc:sldChg>
      <pc:sldChg chg="modSp add">
        <pc:chgData name="Иветта Новикова" userId="e708aafe7de06156" providerId="LiveId" clId="{1DDD99BC-1B1C-4B7E-BD71-48C89F26EB09}" dt="2018-03-10T10:01:10.446" v="1028" actId="948"/>
        <pc:sldMkLst>
          <pc:docMk/>
          <pc:sldMk cId="4264696803" sldId="271"/>
        </pc:sldMkLst>
        <pc:spChg chg="mod">
          <ac:chgData name="Иветта Новикова" userId="e708aafe7de06156" providerId="LiveId" clId="{1DDD99BC-1B1C-4B7E-BD71-48C89F26EB09}" dt="2018-03-10T10:01:10.446" v="1028" actId="948"/>
          <ac:spMkLst>
            <pc:docMk/>
            <pc:sldMk cId="4264696803" sldId="271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858" v="10" actId="2696"/>
        <pc:sldMkLst>
          <pc:docMk/>
          <pc:sldMk cId="1569573634" sldId="272"/>
        </pc:sldMkLst>
      </pc:sldChg>
      <pc:sldChg chg="modSp add">
        <pc:chgData name="Иветта Новикова" userId="e708aafe7de06156" providerId="LiveId" clId="{1DDD99BC-1B1C-4B7E-BD71-48C89F26EB09}" dt="2018-03-10T10:49:45.493" v="1097" actId="20577"/>
        <pc:sldMkLst>
          <pc:docMk/>
          <pc:sldMk cId="4227097879" sldId="272"/>
        </pc:sldMkLst>
        <pc:spChg chg="mod">
          <ac:chgData name="Иветта Новикова" userId="e708aafe7de06156" providerId="LiveId" clId="{1DDD99BC-1B1C-4B7E-BD71-48C89F26EB09}" dt="2018-03-10T10:49:45.493" v="1097" actId="20577"/>
          <ac:spMkLst>
            <pc:docMk/>
            <pc:sldMk cId="4227097879" sldId="272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874" v="11" actId="2696"/>
        <pc:sldMkLst>
          <pc:docMk/>
          <pc:sldMk cId="1377383538" sldId="273"/>
        </pc:sldMkLst>
      </pc:sldChg>
      <pc:sldChg chg="modSp add">
        <pc:chgData name="Иветта Новикова" userId="e708aafe7de06156" providerId="LiveId" clId="{1DDD99BC-1B1C-4B7E-BD71-48C89F26EB09}" dt="2018-03-10T10:01:24.502" v="1030" actId="948"/>
        <pc:sldMkLst>
          <pc:docMk/>
          <pc:sldMk cId="1892657091" sldId="273"/>
        </pc:sldMkLst>
        <pc:spChg chg="mod">
          <ac:chgData name="Иветта Новикова" userId="e708aafe7de06156" providerId="LiveId" clId="{1DDD99BC-1B1C-4B7E-BD71-48C89F26EB09}" dt="2018-03-10T10:01:24.502" v="1030" actId="948"/>
          <ac:spMkLst>
            <pc:docMk/>
            <pc:sldMk cId="1892657091" sldId="273"/>
            <ac:spMk id="5" creationId="{35F3430B-56C2-4EAB-AE1E-52C4BAD64F7A}"/>
          </ac:spMkLst>
        </pc:spChg>
      </pc:sldChg>
      <pc:sldChg chg="modSp add">
        <pc:chgData name="Иветта Новикова" userId="e708aafe7de06156" providerId="LiveId" clId="{1DDD99BC-1B1C-4B7E-BD71-48C89F26EB09}" dt="2018-03-10T10:01:34.757" v="1031" actId="948"/>
        <pc:sldMkLst>
          <pc:docMk/>
          <pc:sldMk cId="1895170318" sldId="274"/>
        </pc:sldMkLst>
        <pc:spChg chg="mod">
          <ac:chgData name="Иветта Новикова" userId="e708aafe7de06156" providerId="LiveId" clId="{1DDD99BC-1B1C-4B7E-BD71-48C89F26EB09}" dt="2018-03-10T10:01:34.757" v="1031" actId="948"/>
          <ac:spMkLst>
            <pc:docMk/>
            <pc:sldMk cId="1895170318" sldId="274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889" v="12" actId="2696"/>
        <pc:sldMkLst>
          <pc:docMk/>
          <pc:sldMk cId="3352591240" sldId="274"/>
        </pc:sldMkLst>
      </pc:sldChg>
      <pc:sldChg chg="del">
        <pc:chgData name="Иветта Новикова" userId="e708aafe7de06156" providerId="LiveId" clId="{1DDD99BC-1B1C-4B7E-BD71-48C89F26EB09}" dt="2018-03-10T09:02:58.905" v="13" actId="2696"/>
        <pc:sldMkLst>
          <pc:docMk/>
          <pc:sldMk cId="1041650513" sldId="275"/>
        </pc:sldMkLst>
      </pc:sldChg>
      <pc:sldChg chg="modSp add ord">
        <pc:chgData name="Иветта Новикова" userId="e708aafe7de06156" providerId="LiveId" clId="{1DDD99BC-1B1C-4B7E-BD71-48C89F26EB09}" dt="2018-03-10T09:23:09.679" v="497" actId="113"/>
        <pc:sldMkLst>
          <pc:docMk/>
          <pc:sldMk cId="2050999859" sldId="275"/>
        </pc:sldMkLst>
        <pc:spChg chg="mod">
          <ac:chgData name="Иветта Новикова" userId="e708aafe7de06156" providerId="LiveId" clId="{1DDD99BC-1B1C-4B7E-BD71-48C89F26EB09}" dt="2018-03-10T09:23:09.679" v="497" actId="113"/>
          <ac:spMkLst>
            <pc:docMk/>
            <pc:sldMk cId="2050999859" sldId="275"/>
            <ac:spMk id="2" creationId="{00000000-0000-0000-0000-000000000000}"/>
          </ac:spMkLst>
        </pc:spChg>
      </pc:sldChg>
      <pc:sldChg chg="del">
        <pc:chgData name="Иветта Новикова" userId="e708aafe7de06156" providerId="LiveId" clId="{1DDD99BC-1B1C-4B7E-BD71-48C89F26EB09}" dt="2018-03-10T09:02:58.921" v="14" actId="2696"/>
        <pc:sldMkLst>
          <pc:docMk/>
          <pc:sldMk cId="605447292" sldId="276"/>
        </pc:sldMkLst>
      </pc:sldChg>
      <pc:sldChg chg="modSp add ord">
        <pc:chgData name="Иветта Новикова" userId="e708aafe7de06156" providerId="LiveId" clId="{1DDD99BC-1B1C-4B7E-BD71-48C89F26EB09}" dt="2018-03-10T09:27:22.173" v="505" actId="20577"/>
        <pc:sldMkLst>
          <pc:docMk/>
          <pc:sldMk cId="2119514761" sldId="276"/>
        </pc:sldMkLst>
        <pc:spChg chg="mod">
          <ac:chgData name="Иветта Новикова" userId="e708aafe7de06156" providerId="LiveId" clId="{1DDD99BC-1B1C-4B7E-BD71-48C89F26EB09}" dt="2018-03-10T09:27:22.173" v="505" actId="20577"/>
          <ac:spMkLst>
            <pc:docMk/>
            <pc:sldMk cId="2119514761" sldId="276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921" v="15" actId="2696"/>
        <pc:sldMkLst>
          <pc:docMk/>
          <pc:sldMk cId="251349470" sldId="277"/>
        </pc:sldMkLst>
      </pc:sldChg>
      <pc:sldChg chg="modSp add">
        <pc:chgData name="Иветта Новикова" userId="e708aafe7de06156" providerId="LiveId" clId="{1DDD99BC-1B1C-4B7E-BD71-48C89F26EB09}" dt="2018-03-10T10:55:14.148" v="1098" actId="113"/>
        <pc:sldMkLst>
          <pc:docMk/>
          <pc:sldMk cId="3678306305" sldId="277"/>
        </pc:sldMkLst>
        <pc:spChg chg="mod">
          <ac:chgData name="Иветта Новикова" userId="e708aafe7de06156" providerId="LiveId" clId="{1DDD99BC-1B1C-4B7E-BD71-48C89F26EB09}" dt="2018-03-10T10:55:14.148" v="1098" actId="113"/>
          <ac:spMkLst>
            <pc:docMk/>
            <pc:sldMk cId="3678306305" sldId="277"/>
            <ac:spMk id="5" creationId="{35F3430B-56C2-4EAB-AE1E-52C4BAD64F7A}"/>
          </ac:spMkLst>
        </pc:spChg>
      </pc:sldChg>
      <pc:sldChg chg="addSp modSp add">
        <pc:chgData name="Иветта Новикова" userId="e708aafe7de06156" providerId="LiveId" clId="{1DDD99BC-1B1C-4B7E-BD71-48C89F26EB09}" dt="2018-03-10T10:01:45.643" v="1032" actId="948"/>
        <pc:sldMkLst>
          <pc:docMk/>
          <pc:sldMk cId="1083356055" sldId="278"/>
        </pc:sldMkLst>
        <pc:spChg chg="mod">
          <ac:chgData name="Иветта Новикова" userId="e708aafe7de06156" providerId="LiveId" clId="{1DDD99BC-1B1C-4B7E-BD71-48C89F26EB09}" dt="2018-03-10T10:01:45.643" v="1032" actId="948"/>
          <ac:spMkLst>
            <pc:docMk/>
            <pc:sldMk cId="1083356055" sldId="278"/>
            <ac:spMk id="5" creationId="{35F3430B-56C2-4EAB-AE1E-52C4BAD64F7A}"/>
          </ac:spMkLst>
        </pc:spChg>
        <pc:spChg chg="add mod">
          <ac:chgData name="Иветта Новикова" userId="e708aafe7de06156" providerId="LiveId" clId="{1DDD99BC-1B1C-4B7E-BD71-48C89F26EB09}" dt="2018-03-10T09:29:42.787" v="550" actId="1076"/>
          <ac:spMkLst>
            <pc:docMk/>
            <pc:sldMk cId="1083356055" sldId="278"/>
            <ac:spMk id="6" creationId="{4C718436-80F2-48EA-92C0-622171C89AB6}"/>
          </ac:spMkLst>
        </pc:spChg>
      </pc:sldChg>
      <pc:sldChg chg="del">
        <pc:chgData name="Иветта Новикова" userId="e708aafe7de06156" providerId="LiveId" clId="{1DDD99BC-1B1C-4B7E-BD71-48C89F26EB09}" dt="2018-03-10T09:02:58.936" v="16" actId="2696"/>
        <pc:sldMkLst>
          <pc:docMk/>
          <pc:sldMk cId="3127680980" sldId="278"/>
        </pc:sldMkLst>
      </pc:sldChg>
      <pc:sldChg chg="del">
        <pc:chgData name="Иветта Новикова" userId="e708aafe7de06156" providerId="LiveId" clId="{1DDD99BC-1B1C-4B7E-BD71-48C89F26EB09}" dt="2018-03-10T09:02:58.958" v="17" actId="2696"/>
        <pc:sldMkLst>
          <pc:docMk/>
          <pc:sldMk cId="2223377759" sldId="279"/>
        </pc:sldMkLst>
      </pc:sldChg>
      <pc:sldChg chg="modSp add">
        <pc:chgData name="Иветта Новикова" userId="e708aafe7de06156" providerId="LiveId" clId="{1DDD99BC-1B1C-4B7E-BD71-48C89F26EB09}" dt="2018-03-10T10:01:52.561" v="1033" actId="948"/>
        <pc:sldMkLst>
          <pc:docMk/>
          <pc:sldMk cId="2389886973" sldId="279"/>
        </pc:sldMkLst>
        <pc:spChg chg="mod">
          <ac:chgData name="Иветта Новикова" userId="e708aafe7de06156" providerId="LiveId" clId="{1DDD99BC-1B1C-4B7E-BD71-48C89F26EB09}" dt="2018-03-10T10:01:52.561" v="1033" actId="948"/>
          <ac:spMkLst>
            <pc:docMk/>
            <pc:sldMk cId="2389886973" sldId="279"/>
            <ac:spMk id="5" creationId="{35F3430B-56C2-4EAB-AE1E-52C4BAD64F7A}"/>
          </ac:spMkLst>
        </pc:spChg>
      </pc:sldChg>
      <pc:sldChg chg="addSp delSp modSp add">
        <pc:chgData name="Иветта Новикова" userId="e708aafe7de06156" providerId="LiveId" clId="{1DDD99BC-1B1C-4B7E-BD71-48C89F26EB09}" dt="2018-03-10T09:34:07.659" v="601" actId="20577"/>
        <pc:sldMkLst>
          <pc:docMk/>
          <pc:sldMk cId="671632095" sldId="280"/>
        </pc:sldMkLst>
        <pc:spChg chg="add del mod">
          <ac:chgData name="Иветта Новикова" userId="e708aafe7de06156" providerId="LiveId" clId="{1DDD99BC-1B1C-4B7E-BD71-48C89F26EB09}" dt="2018-03-10T09:32:15.185" v="577" actId="478"/>
          <ac:spMkLst>
            <pc:docMk/>
            <pc:sldMk cId="671632095" sldId="280"/>
            <ac:spMk id="3" creationId="{6E44790B-1666-40E2-85A0-C1ECA87697C6}"/>
          </ac:spMkLst>
        </pc:spChg>
        <pc:spChg chg="del mod">
          <ac:chgData name="Иветта Новикова" userId="e708aafe7de06156" providerId="LiveId" clId="{1DDD99BC-1B1C-4B7E-BD71-48C89F26EB09}" dt="2018-03-10T09:32:12.653" v="576" actId="478"/>
          <ac:spMkLst>
            <pc:docMk/>
            <pc:sldMk cId="671632095" sldId="280"/>
            <ac:spMk id="5" creationId="{35F3430B-56C2-4EAB-AE1E-52C4BAD64F7A}"/>
          </ac:spMkLst>
        </pc:spChg>
        <pc:spChg chg="add del">
          <ac:chgData name="Иветта Новикова" userId="e708aafe7de06156" providerId="LiveId" clId="{1DDD99BC-1B1C-4B7E-BD71-48C89F26EB09}" dt="2018-03-10T09:32:35.617" v="581" actId="478"/>
          <ac:spMkLst>
            <pc:docMk/>
            <pc:sldMk cId="671632095" sldId="280"/>
            <ac:spMk id="6" creationId="{4C718436-80F2-48EA-92C0-622171C89AB6}"/>
          </ac:spMkLst>
        </pc:spChg>
        <pc:spChg chg="add mod">
          <ac:chgData name="Иветта Новикова" userId="e708aafe7de06156" providerId="LiveId" clId="{1DDD99BC-1B1C-4B7E-BD71-48C89F26EB09}" dt="2018-03-10T09:32:19.170" v="578" actId="1076"/>
          <ac:spMkLst>
            <pc:docMk/>
            <pc:sldMk cId="671632095" sldId="280"/>
            <ac:spMk id="7" creationId="{D9CCBFFE-4D11-453F-B13E-229B3BB08ACA}"/>
          </ac:spMkLst>
        </pc:spChg>
        <pc:spChg chg="add del">
          <ac:chgData name="Иветта Новикова" userId="e708aafe7de06156" providerId="LiveId" clId="{1DDD99BC-1B1C-4B7E-BD71-48C89F26EB09}" dt="2018-03-10T09:32:40.971" v="582" actId="478"/>
          <ac:spMkLst>
            <pc:docMk/>
            <pc:sldMk cId="671632095" sldId="280"/>
            <ac:spMk id="8" creationId="{7A52B1E9-2D51-49BA-9FC2-DD6154B5DBEE}"/>
          </ac:spMkLst>
        </pc:spChg>
        <pc:graphicFrameChg chg="add mod">
          <ac:chgData name="Иветта Новикова" userId="e708aafe7de06156" providerId="LiveId" clId="{1DDD99BC-1B1C-4B7E-BD71-48C89F26EB09}" dt="2018-03-10T09:34:07.659" v="601" actId="20577"/>
          <ac:graphicFrameMkLst>
            <pc:docMk/>
            <pc:sldMk cId="671632095" sldId="280"/>
            <ac:graphicFrameMk id="9" creationId="{CD125028-A5F5-437D-8704-823FBDB5407C}"/>
          </ac:graphicFrameMkLst>
        </pc:graphicFrameChg>
      </pc:sldChg>
      <pc:sldChg chg="del">
        <pc:chgData name="Иветта Новикова" userId="e708aafe7de06156" providerId="LiveId" clId="{1DDD99BC-1B1C-4B7E-BD71-48C89F26EB09}" dt="2018-03-10T09:02:58.958" v="18" actId="2696"/>
        <pc:sldMkLst>
          <pc:docMk/>
          <pc:sldMk cId="3347018696" sldId="280"/>
        </pc:sldMkLst>
      </pc:sldChg>
      <pc:sldChg chg="modSp add ord">
        <pc:chgData name="Иветта Новикова" userId="e708aafe7de06156" providerId="LiveId" clId="{1DDD99BC-1B1C-4B7E-BD71-48C89F26EB09}" dt="2018-03-10T10:01:59.636" v="1034" actId="948"/>
        <pc:sldMkLst>
          <pc:docMk/>
          <pc:sldMk cId="2891407716" sldId="281"/>
        </pc:sldMkLst>
        <pc:spChg chg="mod">
          <ac:chgData name="Иветта Новикова" userId="e708aafe7de06156" providerId="LiveId" clId="{1DDD99BC-1B1C-4B7E-BD71-48C89F26EB09}" dt="2018-03-10T10:01:59.636" v="1034" actId="948"/>
          <ac:spMkLst>
            <pc:docMk/>
            <pc:sldMk cId="2891407716" sldId="281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990" v="20" actId="2696"/>
        <pc:sldMkLst>
          <pc:docMk/>
          <pc:sldMk cId="4050902711" sldId="281"/>
        </pc:sldMkLst>
      </pc:sldChg>
      <pc:sldChg chg="del">
        <pc:chgData name="Иветта Новикова" userId="e708aafe7de06156" providerId="LiveId" clId="{1DDD99BC-1B1C-4B7E-BD71-48C89F26EB09}" dt="2018-03-10T09:02:59.005" v="22" actId="2696"/>
        <pc:sldMkLst>
          <pc:docMk/>
          <pc:sldMk cId="1789656653" sldId="282"/>
        </pc:sldMkLst>
      </pc:sldChg>
      <pc:sldChg chg="modSp add ord">
        <pc:chgData name="Иветта Новикова" userId="e708aafe7de06156" providerId="LiveId" clId="{1DDD99BC-1B1C-4B7E-BD71-48C89F26EB09}" dt="2018-03-10T11:06:33.862" v="1099" actId="20577"/>
        <pc:sldMkLst>
          <pc:docMk/>
          <pc:sldMk cId="3851236532" sldId="282"/>
        </pc:sldMkLst>
        <pc:spChg chg="mod">
          <ac:chgData name="Иветта Новикова" userId="e708aafe7de06156" providerId="LiveId" clId="{1DDD99BC-1B1C-4B7E-BD71-48C89F26EB09}" dt="2018-03-10T11:06:33.862" v="1099" actId="20577"/>
          <ac:spMkLst>
            <pc:docMk/>
            <pc:sldMk cId="3851236532" sldId="282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35:58.105" v="621" actId="113"/>
          <ac:spMkLst>
            <pc:docMk/>
            <pc:sldMk cId="3851236532" sldId="282"/>
            <ac:spMk id="6" creationId="{4C718436-80F2-48EA-92C0-622171C89AB6}"/>
          </ac:spMkLst>
        </pc:spChg>
      </pc:sldChg>
      <pc:sldChg chg="modSp add">
        <pc:chgData name="Иветта Новикова" userId="e708aafe7de06156" providerId="LiveId" clId="{1DDD99BC-1B1C-4B7E-BD71-48C89F26EB09}" dt="2018-03-10T10:02:16.485" v="1036" actId="948"/>
        <pc:sldMkLst>
          <pc:docMk/>
          <pc:sldMk cId="810763404" sldId="283"/>
        </pc:sldMkLst>
        <pc:spChg chg="mod">
          <ac:chgData name="Иветта Новикова" userId="e708aafe7de06156" providerId="LiveId" clId="{1DDD99BC-1B1C-4B7E-BD71-48C89F26EB09}" dt="2018-03-10T10:02:16.485" v="1036" actId="948"/>
          <ac:spMkLst>
            <pc:docMk/>
            <pc:sldMk cId="810763404" sldId="283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974" v="19" actId="2696"/>
        <pc:sldMkLst>
          <pc:docMk/>
          <pc:sldMk cId="1852616928" sldId="283"/>
        </pc:sldMkLst>
      </pc:sldChg>
      <pc:sldChg chg="del">
        <pc:chgData name="Иветта Новикова" userId="e708aafe7de06156" providerId="LiveId" clId="{1DDD99BC-1B1C-4B7E-BD71-48C89F26EB09}" dt="2018-03-10T09:02:58.990" v="21" actId="2696"/>
        <pc:sldMkLst>
          <pc:docMk/>
          <pc:sldMk cId="1249115663" sldId="284"/>
        </pc:sldMkLst>
      </pc:sldChg>
      <pc:sldChg chg="modSp add">
        <pc:chgData name="Иветта Новикова" userId="e708aafe7de06156" providerId="LiveId" clId="{1DDD99BC-1B1C-4B7E-BD71-48C89F26EB09}" dt="2018-03-10T10:02:26.471" v="1037" actId="948"/>
        <pc:sldMkLst>
          <pc:docMk/>
          <pc:sldMk cId="1454184926" sldId="284"/>
        </pc:sldMkLst>
        <pc:spChg chg="mod">
          <ac:chgData name="Иветта Новикова" userId="e708aafe7de06156" providerId="LiveId" clId="{1DDD99BC-1B1C-4B7E-BD71-48C89F26EB09}" dt="2018-03-10T10:02:26.471" v="1037" actId="948"/>
          <ac:spMkLst>
            <pc:docMk/>
            <pc:sldMk cId="1454184926" sldId="284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9.021" v="23" actId="2696"/>
        <pc:sldMkLst>
          <pc:docMk/>
          <pc:sldMk cId="823855284" sldId="285"/>
        </pc:sldMkLst>
      </pc:sldChg>
      <pc:sldChg chg="modSp add">
        <pc:chgData name="Иветта Новикова" userId="e708aafe7de06156" providerId="LiveId" clId="{1DDD99BC-1B1C-4B7E-BD71-48C89F26EB09}" dt="2018-03-10T10:02:35.980" v="1038" actId="948"/>
        <pc:sldMkLst>
          <pc:docMk/>
          <pc:sldMk cId="2261374509" sldId="285"/>
        </pc:sldMkLst>
        <pc:spChg chg="mod">
          <ac:chgData name="Иветта Новикова" userId="e708aafe7de06156" providerId="LiveId" clId="{1DDD99BC-1B1C-4B7E-BD71-48C89F26EB09}" dt="2018-03-10T10:02:35.980" v="1038" actId="948"/>
          <ac:spMkLst>
            <pc:docMk/>
            <pc:sldMk cId="2261374509" sldId="285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38:59.562" v="670" actId="20577"/>
          <ac:spMkLst>
            <pc:docMk/>
            <pc:sldMk cId="2261374509" sldId="285"/>
            <ac:spMk id="6" creationId="{4C718436-80F2-48EA-92C0-622171C89AB6}"/>
          </ac:spMkLst>
        </pc:spChg>
      </pc:sldChg>
      <pc:sldChg chg="modSp add">
        <pc:chgData name="Иветта Новикова" userId="e708aafe7de06156" providerId="LiveId" clId="{1DDD99BC-1B1C-4B7E-BD71-48C89F26EB09}" dt="2018-03-10T10:02:45.451" v="1039" actId="948"/>
        <pc:sldMkLst>
          <pc:docMk/>
          <pc:sldMk cId="525604579" sldId="286"/>
        </pc:sldMkLst>
        <pc:spChg chg="mod">
          <ac:chgData name="Иветта Новикова" userId="e708aafe7de06156" providerId="LiveId" clId="{1DDD99BC-1B1C-4B7E-BD71-48C89F26EB09}" dt="2018-03-10T10:02:45.451" v="1039" actId="948"/>
          <ac:spMkLst>
            <pc:docMk/>
            <pc:sldMk cId="525604579" sldId="286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39:50.859" v="686" actId="113"/>
          <ac:spMkLst>
            <pc:docMk/>
            <pc:sldMk cId="525604579" sldId="286"/>
            <ac:spMk id="6" creationId="{4C718436-80F2-48EA-92C0-622171C89AB6}"/>
          </ac:spMkLst>
        </pc:spChg>
      </pc:sldChg>
      <pc:sldChg chg="del">
        <pc:chgData name="Иветта Новикова" userId="e708aafe7de06156" providerId="LiveId" clId="{1DDD99BC-1B1C-4B7E-BD71-48C89F26EB09}" dt="2018-03-10T09:02:59.021" v="24" actId="2696"/>
        <pc:sldMkLst>
          <pc:docMk/>
          <pc:sldMk cId="1127743592" sldId="286"/>
        </pc:sldMkLst>
      </pc:sldChg>
      <pc:sldChg chg="modSp add">
        <pc:chgData name="Иветта Новикова" userId="e708aafe7de06156" providerId="LiveId" clId="{1DDD99BC-1B1C-4B7E-BD71-48C89F26EB09}" dt="2018-03-10T10:02:58.364" v="1041" actId="948"/>
        <pc:sldMkLst>
          <pc:docMk/>
          <pc:sldMk cId="910161176" sldId="287"/>
        </pc:sldMkLst>
        <pc:spChg chg="mod">
          <ac:chgData name="Иветта Новикова" userId="e708aafe7de06156" providerId="LiveId" clId="{1DDD99BC-1B1C-4B7E-BD71-48C89F26EB09}" dt="2018-03-10T10:02:58.364" v="1041" actId="948"/>
          <ac:spMkLst>
            <pc:docMk/>
            <pc:sldMk cId="910161176" sldId="287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9.037" v="25" actId="2696"/>
        <pc:sldMkLst>
          <pc:docMk/>
          <pc:sldMk cId="1103893262" sldId="287"/>
        </pc:sldMkLst>
      </pc:sldChg>
      <pc:sldChg chg="modSp add">
        <pc:chgData name="Иветта Новикова" userId="e708aafe7de06156" providerId="LiveId" clId="{1DDD99BC-1B1C-4B7E-BD71-48C89F26EB09}" dt="2018-03-10T10:03:08.232" v="1042" actId="948"/>
        <pc:sldMkLst>
          <pc:docMk/>
          <pc:sldMk cId="2654732817" sldId="288"/>
        </pc:sldMkLst>
        <pc:spChg chg="mod">
          <ac:chgData name="Иветта Новикова" userId="e708aafe7de06156" providerId="LiveId" clId="{1DDD99BC-1B1C-4B7E-BD71-48C89F26EB09}" dt="2018-03-10T10:03:08.232" v="1042" actId="948"/>
          <ac:spMkLst>
            <pc:docMk/>
            <pc:sldMk cId="2654732817" sldId="288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42:01.320" v="714" actId="20577"/>
          <ac:spMkLst>
            <pc:docMk/>
            <pc:sldMk cId="2654732817" sldId="288"/>
            <ac:spMk id="6" creationId="{4C718436-80F2-48EA-92C0-622171C89AB6}"/>
          </ac:spMkLst>
        </pc:spChg>
      </pc:sldChg>
      <pc:sldChg chg="del">
        <pc:chgData name="Иветта Новикова" userId="e708aafe7de06156" providerId="LiveId" clId="{1DDD99BC-1B1C-4B7E-BD71-48C89F26EB09}" dt="2018-03-10T09:02:59.037" v="26" actId="2696"/>
        <pc:sldMkLst>
          <pc:docMk/>
          <pc:sldMk cId="3893337236" sldId="288"/>
        </pc:sldMkLst>
      </pc:sldChg>
      <pc:sldChg chg="del">
        <pc:chgData name="Иветта Новикова" userId="e708aafe7de06156" providerId="LiveId" clId="{1DDD99BC-1B1C-4B7E-BD71-48C89F26EB09}" dt="2018-03-10T09:02:59.074" v="27" actId="2696"/>
        <pc:sldMkLst>
          <pc:docMk/>
          <pc:sldMk cId="3385084193" sldId="289"/>
        </pc:sldMkLst>
      </pc:sldChg>
      <pc:sldChg chg="modSp add">
        <pc:chgData name="Иветта Новикова" userId="e708aafe7de06156" providerId="LiveId" clId="{1DDD99BC-1B1C-4B7E-BD71-48C89F26EB09}" dt="2018-03-10T10:03:16.002" v="1043" actId="948"/>
        <pc:sldMkLst>
          <pc:docMk/>
          <pc:sldMk cId="4259749837" sldId="289"/>
        </pc:sldMkLst>
        <pc:spChg chg="mod">
          <ac:chgData name="Иветта Новикова" userId="e708aafe7de06156" providerId="LiveId" clId="{1DDD99BC-1B1C-4B7E-BD71-48C89F26EB09}" dt="2018-03-10T10:03:16.002" v="1043" actId="948"/>
          <ac:spMkLst>
            <pc:docMk/>
            <pc:sldMk cId="4259749837" sldId="289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43:17.257" v="746" actId="113"/>
          <ac:spMkLst>
            <pc:docMk/>
            <pc:sldMk cId="4259749837" sldId="289"/>
            <ac:spMk id="6" creationId="{4C718436-80F2-48EA-92C0-622171C89AB6}"/>
          </ac:spMkLst>
        </pc:spChg>
      </pc:sldChg>
      <pc:sldChg chg="del">
        <pc:chgData name="Иветта Новикова" userId="e708aafe7de06156" providerId="LiveId" clId="{1DDD99BC-1B1C-4B7E-BD71-48C89F26EB09}" dt="2018-03-10T09:02:59.074" v="28" actId="2696"/>
        <pc:sldMkLst>
          <pc:docMk/>
          <pc:sldMk cId="3166275028" sldId="290"/>
        </pc:sldMkLst>
      </pc:sldChg>
      <pc:sldChg chg="addSp modSp add">
        <pc:chgData name="Иветта Новикова" userId="e708aafe7de06156" providerId="LiveId" clId="{1DDD99BC-1B1C-4B7E-BD71-48C89F26EB09}" dt="2018-03-10T09:47:00.487" v="796" actId="1076"/>
        <pc:sldMkLst>
          <pc:docMk/>
          <pc:sldMk cId="3367199359" sldId="290"/>
        </pc:sldMkLst>
        <pc:spChg chg="mod">
          <ac:chgData name="Иветта Новикова" userId="e708aafe7de06156" providerId="LiveId" clId="{1DDD99BC-1B1C-4B7E-BD71-48C89F26EB09}" dt="2018-03-10T09:45:29.708" v="780" actId="1076"/>
          <ac:spMkLst>
            <pc:docMk/>
            <pc:sldMk cId="3367199359" sldId="290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44:38.473" v="771" actId="20577"/>
          <ac:spMkLst>
            <pc:docMk/>
            <pc:sldMk cId="3367199359" sldId="290"/>
            <ac:spMk id="6" creationId="{4C718436-80F2-48EA-92C0-622171C89AB6}"/>
          </ac:spMkLst>
        </pc:spChg>
        <pc:graphicFrameChg chg="add mod modGraphic">
          <ac:chgData name="Иветта Новикова" userId="e708aafe7de06156" providerId="LiveId" clId="{1DDD99BC-1B1C-4B7E-BD71-48C89F26EB09}" dt="2018-03-10T09:47:00.487" v="796" actId="1076"/>
          <ac:graphicFrameMkLst>
            <pc:docMk/>
            <pc:sldMk cId="3367199359" sldId="290"/>
            <ac:graphicFrameMk id="7" creationId="{A72CF06A-1CEA-478E-BF01-7784DCBC4685}"/>
          </ac:graphicFrameMkLst>
        </pc:graphicFrameChg>
      </pc:sldChg>
      <pc:sldChg chg="addSp delSp modSp add">
        <pc:chgData name="Иветта Новикова" userId="e708aafe7de06156" providerId="LiveId" clId="{1DDD99BC-1B1C-4B7E-BD71-48C89F26EB09}" dt="2018-03-10T09:49:34.289" v="830" actId="1076"/>
        <pc:sldMkLst>
          <pc:docMk/>
          <pc:sldMk cId="1656628678" sldId="291"/>
        </pc:sldMkLst>
        <pc:spChg chg="add del mod">
          <ac:chgData name="Иветта Новикова" userId="e708aafe7de06156" providerId="LiveId" clId="{1DDD99BC-1B1C-4B7E-BD71-48C89F26EB09}" dt="2018-03-10T09:47:27.267" v="801" actId="478"/>
          <ac:spMkLst>
            <pc:docMk/>
            <pc:sldMk cId="1656628678" sldId="291"/>
            <ac:spMk id="3" creationId="{CF3216EC-0B32-4ADF-A866-8AC812B63E59}"/>
          </ac:spMkLst>
        </pc:spChg>
        <pc:spChg chg="del">
          <ac:chgData name="Иветта Новикова" userId="e708aafe7de06156" providerId="LiveId" clId="{1DDD99BC-1B1C-4B7E-BD71-48C89F26EB09}" dt="2018-03-10T09:47:24.535" v="799" actId="478"/>
          <ac:spMkLst>
            <pc:docMk/>
            <pc:sldMk cId="1656628678" sldId="291"/>
            <ac:spMk id="5" creationId="{35F3430B-56C2-4EAB-AE1E-52C4BAD64F7A}"/>
          </ac:spMkLst>
        </pc:spChg>
        <pc:spChg chg="del">
          <ac:chgData name="Иветта Новикова" userId="e708aafe7de06156" providerId="LiveId" clId="{1DDD99BC-1B1C-4B7E-BD71-48C89F26EB09}" dt="2018-03-10T09:49:29.303" v="829" actId="478"/>
          <ac:spMkLst>
            <pc:docMk/>
            <pc:sldMk cId="1656628678" sldId="291"/>
            <ac:spMk id="6" creationId="{4C718436-80F2-48EA-92C0-622171C89AB6}"/>
          </ac:spMkLst>
        </pc:spChg>
        <pc:graphicFrameChg chg="del">
          <ac:chgData name="Иветта Новикова" userId="e708aafe7de06156" providerId="LiveId" clId="{1DDD99BC-1B1C-4B7E-BD71-48C89F26EB09}" dt="2018-03-10T09:47:22.180" v="798" actId="478"/>
          <ac:graphicFrameMkLst>
            <pc:docMk/>
            <pc:sldMk cId="1656628678" sldId="291"/>
            <ac:graphicFrameMk id="7" creationId="{A72CF06A-1CEA-478E-BF01-7784DCBC4685}"/>
          </ac:graphicFrameMkLst>
        </pc:graphicFrameChg>
        <pc:graphicFrameChg chg="add mod modGraphic">
          <ac:chgData name="Иветта Новикова" userId="e708aafe7de06156" providerId="LiveId" clId="{1DDD99BC-1B1C-4B7E-BD71-48C89F26EB09}" dt="2018-03-10T09:49:34.289" v="830" actId="1076"/>
          <ac:graphicFrameMkLst>
            <pc:docMk/>
            <pc:sldMk cId="1656628678" sldId="291"/>
            <ac:graphicFrameMk id="8" creationId="{DAFC0DB8-28DD-47C1-8556-DCF516B453E7}"/>
          </ac:graphicFrameMkLst>
        </pc:graphicFrameChg>
      </pc:sldChg>
      <pc:sldChg chg="del">
        <pc:chgData name="Иветта Новикова" userId="e708aafe7de06156" providerId="LiveId" clId="{1DDD99BC-1B1C-4B7E-BD71-48C89F26EB09}" dt="2018-03-10T09:02:59.090" v="29" actId="2696"/>
        <pc:sldMkLst>
          <pc:docMk/>
          <pc:sldMk cId="4116008825" sldId="291"/>
        </pc:sldMkLst>
      </pc:sldChg>
      <pc:sldChg chg="addSp delSp modSp add">
        <pc:chgData name="Иветта Новикова" userId="e708aafe7de06156" providerId="LiveId" clId="{1DDD99BC-1B1C-4B7E-BD71-48C89F26EB09}" dt="2018-03-10T09:53:55.888" v="888" actId="20577"/>
        <pc:sldMkLst>
          <pc:docMk/>
          <pc:sldMk cId="1289051658" sldId="292"/>
        </pc:sldMkLst>
        <pc:spChg chg="add mod">
          <ac:chgData name="Иветта Новикова" userId="e708aafe7de06156" providerId="LiveId" clId="{1DDD99BC-1B1C-4B7E-BD71-48C89F26EB09}" dt="2018-03-10T09:53:11.188" v="876" actId="1076"/>
          <ac:spMkLst>
            <pc:docMk/>
            <pc:sldMk cId="1289051658" sldId="292"/>
            <ac:spMk id="5" creationId="{C9EC3B9F-525F-4B50-9AAC-DFCA44D91305}"/>
          </ac:spMkLst>
        </pc:spChg>
        <pc:spChg chg="mod">
          <ac:chgData name="Иветта Новикова" userId="e708aafe7de06156" providerId="LiveId" clId="{1DDD99BC-1B1C-4B7E-BD71-48C89F26EB09}" dt="2018-03-10T09:49:54.325" v="837" actId="1076"/>
          <ac:spMkLst>
            <pc:docMk/>
            <pc:sldMk cId="1289051658" sldId="292"/>
            <ac:spMk id="6" creationId="{4C718436-80F2-48EA-92C0-622171C89AB6}"/>
          </ac:spMkLst>
        </pc:spChg>
        <pc:spChg chg="add mod">
          <ac:chgData name="Иветта Новикова" userId="e708aafe7de06156" providerId="LiveId" clId="{1DDD99BC-1B1C-4B7E-BD71-48C89F26EB09}" dt="2018-03-10T09:53:14.620" v="877" actId="1076"/>
          <ac:spMkLst>
            <pc:docMk/>
            <pc:sldMk cId="1289051658" sldId="292"/>
            <ac:spMk id="7" creationId="{F57458DD-7189-4806-98CE-A2A735705BCA}"/>
          </ac:spMkLst>
        </pc:spChg>
        <pc:spChg chg="add mod">
          <ac:chgData name="Иветта Новикова" userId="e708aafe7de06156" providerId="LiveId" clId="{1DDD99BC-1B1C-4B7E-BD71-48C89F26EB09}" dt="2018-03-10T09:53:17.790" v="878" actId="1076"/>
          <ac:spMkLst>
            <pc:docMk/>
            <pc:sldMk cId="1289051658" sldId="292"/>
            <ac:spMk id="9" creationId="{4D50A89B-4186-44AF-ABF8-D170F3870BB8}"/>
          </ac:spMkLst>
        </pc:spChg>
        <pc:spChg chg="add mod">
          <ac:chgData name="Иветта Новикова" userId="e708aafe7de06156" providerId="LiveId" clId="{1DDD99BC-1B1C-4B7E-BD71-48C89F26EB09}" dt="2018-03-10T09:53:23.424" v="879" actId="1076"/>
          <ac:spMkLst>
            <pc:docMk/>
            <pc:sldMk cId="1289051658" sldId="292"/>
            <ac:spMk id="10" creationId="{49124555-4EAA-48EE-8550-B97C4FEC05A6}"/>
          </ac:spMkLst>
        </pc:spChg>
        <pc:graphicFrameChg chg="del">
          <ac:chgData name="Иветта Новикова" userId="e708aafe7de06156" providerId="LiveId" clId="{1DDD99BC-1B1C-4B7E-BD71-48C89F26EB09}" dt="2018-03-10T09:49:16.830" v="827" actId="478"/>
          <ac:graphicFrameMkLst>
            <pc:docMk/>
            <pc:sldMk cId="1289051658" sldId="292"/>
            <ac:graphicFrameMk id="8" creationId="{DAFC0DB8-28DD-47C1-8556-DCF516B453E7}"/>
          </ac:graphicFrameMkLst>
        </pc:graphicFrameChg>
        <pc:graphicFrameChg chg="add mod">
          <ac:chgData name="Иветта Новикова" userId="e708aafe7de06156" providerId="LiveId" clId="{1DDD99BC-1B1C-4B7E-BD71-48C89F26EB09}" dt="2018-03-10T09:53:55.888" v="888" actId="20577"/>
          <ac:graphicFrameMkLst>
            <pc:docMk/>
            <pc:sldMk cId="1289051658" sldId="292"/>
            <ac:graphicFrameMk id="11" creationId="{2F1EB983-A62B-40B0-8E48-F75DA5FE23D2}"/>
          </ac:graphicFrameMkLst>
        </pc:graphicFrameChg>
      </pc:sldChg>
      <pc:sldChg chg="del">
        <pc:chgData name="Иветта Новикова" userId="e708aafe7de06156" providerId="LiveId" clId="{1DDD99BC-1B1C-4B7E-BD71-48C89F26EB09}" dt="2018-03-10T09:02:59.106" v="30" actId="2696"/>
        <pc:sldMkLst>
          <pc:docMk/>
          <pc:sldMk cId="3068162972" sldId="292"/>
        </pc:sldMkLst>
      </pc:sldChg>
      <pc:sldChg chg="modSp add ord">
        <pc:chgData name="Иветта Новикова" userId="e708aafe7de06156" providerId="LiveId" clId="{1DDD99BC-1B1C-4B7E-BD71-48C89F26EB09}" dt="2018-03-10T09:54:31.170" v="919" actId="20577"/>
        <pc:sldMkLst>
          <pc:docMk/>
          <pc:sldMk cId="541396994" sldId="293"/>
        </pc:sldMkLst>
        <pc:spChg chg="mod">
          <ac:chgData name="Иветта Новикова" userId="e708aafe7de06156" providerId="LiveId" clId="{1DDD99BC-1B1C-4B7E-BD71-48C89F26EB09}" dt="2018-03-10T09:54:31.170" v="919" actId="20577"/>
          <ac:spMkLst>
            <pc:docMk/>
            <pc:sldMk cId="541396994" sldId="293"/>
            <ac:spMk id="2" creationId="{00000000-0000-0000-0000-000000000000}"/>
          </ac:spMkLst>
        </pc:spChg>
      </pc:sldChg>
      <pc:sldChg chg="del">
        <pc:chgData name="Иветта Новикова" userId="e708aafe7de06156" providerId="LiveId" clId="{1DDD99BC-1B1C-4B7E-BD71-48C89F26EB09}" dt="2018-03-10T09:02:59.121" v="31" actId="2696"/>
        <pc:sldMkLst>
          <pc:docMk/>
          <pc:sldMk cId="2657494291" sldId="293"/>
        </pc:sldMkLst>
      </pc:sldChg>
      <pc:sldChg chg="modSp add del ord">
        <pc:chgData name="Иветта Новикова" userId="e708aafe7de06156" providerId="LiveId" clId="{1DDD99BC-1B1C-4B7E-BD71-48C89F26EB09}" dt="2018-03-10T09:58:01.273" v="993" actId="2696"/>
        <pc:sldMkLst>
          <pc:docMk/>
          <pc:sldMk cId="2233423153" sldId="294"/>
        </pc:sldMkLst>
        <pc:spChg chg="mod">
          <ac:chgData name="Иветта Новикова" userId="e708aafe7de06156" providerId="LiveId" clId="{1DDD99BC-1B1C-4B7E-BD71-48C89F26EB09}" dt="2018-03-10T09:57:50.789" v="990" actId="948"/>
          <ac:spMkLst>
            <pc:docMk/>
            <pc:sldMk cId="2233423153" sldId="294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57:54.608" v="991" actId="1076"/>
          <ac:spMkLst>
            <pc:docMk/>
            <pc:sldMk cId="2233423153" sldId="294"/>
            <ac:spMk id="6" creationId="{4C718436-80F2-48EA-92C0-622171C89AB6}"/>
          </ac:spMkLst>
        </pc:spChg>
      </pc:sldChg>
      <pc:sldChg chg="modSp add">
        <pc:chgData name="Иветта Новикова" userId="e708aafe7de06156" providerId="LiveId" clId="{1DDD99BC-1B1C-4B7E-BD71-48C89F26EB09}" dt="2018-03-10T09:56:42.233" v="942" actId="20577"/>
        <pc:sldMkLst>
          <pc:docMk/>
          <pc:sldMk cId="1336275679" sldId="295"/>
        </pc:sldMkLst>
        <pc:spChg chg="mod">
          <ac:chgData name="Иветта Новикова" userId="e708aafe7de06156" providerId="LiveId" clId="{1DDD99BC-1B1C-4B7E-BD71-48C89F26EB09}" dt="2018-03-10T09:56:42.233" v="942" actId="20577"/>
          <ac:spMkLst>
            <pc:docMk/>
            <pc:sldMk cId="1336275679" sldId="295"/>
            <ac:spMk id="5" creationId="{35F3430B-56C2-4EAB-AE1E-52C4BAD64F7A}"/>
          </ac:spMkLst>
        </pc:spChg>
      </pc:sldChg>
      <pc:sldChg chg="modSp add">
        <pc:chgData name="Иветта Новикова" userId="e708aafe7de06156" providerId="LiveId" clId="{1DDD99BC-1B1C-4B7E-BD71-48C89F26EB09}" dt="2018-03-10T09:58:59.538" v="1015" actId="20577"/>
        <pc:sldMkLst>
          <pc:docMk/>
          <pc:sldMk cId="3652678011" sldId="296"/>
        </pc:sldMkLst>
        <pc:spChg chg="mod">
          <ac:chgData name="Иветта Новикова" userId="e708aafe7de06156" providerId="LiveId" clId="{1DDD99BC-1B1C-4B7E-BD71-48C89F26EB09}" dt="2018-03-10T09:58:59.538" v="1015" actId="20577"/>
          <ac:spMkLst>
            <pc:docMk/>
            <pc:sldMk cId="3652678011" sldId="296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58:20.372" v="1004" actId="20577"/>
          <ac:spMkLst>
            <pc:docMk/>
            <pc:sldMk cId="3652678011" sldId="296"/>
            <ac:spMk id="6" creationId="{4C718436-80F2-48EA-92C0-622171C89AB6}"/>
          </ac:spMkLst>
        </pc:spChg>
      </pc:sldChg>
      <pc:sldChg chg="addSp delSp modSp add">
        <pc:chgData name="Иветта Новикова" userId="e708aafe7de06156" providerId="LiveId" clId="{1DDD99BC-1B1C-4B7E-BD71-48C89F26EB09}" dt="2018-03-10T11:27:32.302" v="1101" actId="20577"/>
        <pc:sldMkLst>
          <pc:docMk/>
          <pc:sldMk cId="2846598563" sldId="297"/>
        </pc:sldMkLst>
        <pc:spChg chg="add del mod">
          <ac:chgData name="Иветта Новикова" userId="e708aafe7de06156" providerId="LiveId" clId="{1DDD99BC-1B1C-4B7E-BD71-48C89F26EB09}" dt="2018-03-10T10:04:12.832" v="1063" actId="478"/>
          <ac:spMkLst>
            <pc:docMk/>
            <pc:sldMk cId="2846598563" sldId="297"/>
            <ac:spMk id="3" creationId="{D7AFF9B0-5F57-446F-B224-A665E5C7974B}"/>
          </ac:spMkLst>
        </pc:spChg>
        <pc:spChg chg="del">
          <ac:chgData name="Иветта Новикова" userId="e708aafe7de06156" providerId="LiveId" clId="{1DDD99BC-1B1C-4B7E-BD71-48C89F26EB09}" dt="2018-03-10T10:07:10.170" v="1085" actId="478"/>
          <ac:spMkLst>
            <pc:docMk/>
            <pc:sldMk cId="2846598563" sldId="297"/>
            <ac:spMk id="4" creationId="{79CD2642-A1A7-4D3B-B64D-3E880AA4BB9B}"/>
          </ac:spMkLst>
        </pc:spChg>
        <pc:spChg chg="del">
          <ac:chgData name="Иветта Новикова" userId="e708aafe7de06156" providerId="LiveId" clId="{1DDD99BC-1B1C-4B7E-BD71-48C89F26EB09}" dt="2018-03-10T10:04:08.429" v="1062" actId="478"/>
          <ac:spMkLst>
            <pc:docMk/>
            <pc:sldMk cId="2846598563" sldId="297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10:07:23.668" v="1088" actId="14100"/>
          <ac:spMkLst>
            <pc:docMk/>
            <pc:sldMk cId="2846598563" sldId="297"/>
            <ac:spMk id="6" creationId="{4C718436-80F2-48EA-92C0-622171C89AB6}"/>
          </ac:spMkLst>
        </pc:spChg>
        <pc:graphicFrameChg chg="add mod modGraphic">
          <ac:chgData name="Иветта Новикова" userId="e708aafe7de06156" providerId="LiveId" clId="{1DDD99BC-1B1C-4B7E-BD71-48C89F26EB09}" dt="2018-03-10T11:27:32.302" v="1101" actId="20577"/>
          <ac:graphicFrameMkLst>
            <pc:docMk/>
            <pc:sldMk cId="2846598563" sldId="297"/>
            <ac:graphicFrameMk id="7" creationId="{6539AD3B-CEB0-44C2-BBB2-AAE01800D2E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2" y="1860448"/>
            <a:ext cx="7975232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800" b="1" dirty="0" smtClean="0"/>
              <a:t>Как эффективно проверить контрагента</a:t>
            </a:r>
            <a:endParaRPr lang="ru-RU" sz="3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639104" y="3686398"/>
            <a:ext cx="4968552" cy="77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b="1" dirty="0" smtClean="0"/>
              <a:t>Дмитрий Жданухин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200" dirty="0"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Генеральный директор Центра развития коллекторства,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sz="1200" dirty="0"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Президент Ассоциации корпоративного коллекторства, </a:t>
            </a:r>
            <a:r>
              <a:rPr lang="ru-RU" sz="1200" dirty="0" err="1"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к.ю.н</a:t>
            </a:r>
            <a:r>
              <a:rPr lang="ru-RU" sz="1200" dirty="0"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9610" y="3351702"/>
            <a:ext cx="859494" cy="10603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3483" y="1264048"/>
            <a:ext cx="3597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altLang="ru-RU" b="1" dirty="0">
                <a:latin typeface="+mj-lt"/>
              </a:rPr>
              <a:t>А</a:t>
            </a:r>
            <a:r>
              <a:rPr lang="ru-RU" altLang="ru-RU" b="1" dirty="0" smtClean="0">
                <a:latin typeface="+mj-lt"/>
              </a:rPr>
              <a:t>лгоритм проверки контрагентов</a:t>
            </a:r>
            <a:endParaRPr lang="ru-RU" altLang="ru-RU" b="1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3483" y="1666984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000" indent="-1800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altLang="ru-RU" sz="1300" dirty="0"/>
              <a:t>Лента новостей </a:t>
            </a:r>
            <a:r>
              <a:rPr lang="ru-RU" altLang="ru-RU" sz="1300" dirty="0" smtClean="0"/>
              <a:t>Яндекс </a:t>
            </a:r>
            <a:r>
              <a:rPr lang="ru-RU" altLang="ru-RU" sz="1300" dirty="0"/>
              <a:t>и </a:t>
            </a:r>
            <a:r>
              <a:rPr lang="en-US" altLang="ru-RU" sz="1300" dirty="0" smtClean="0"/>
              <a:t>Google</a:t>
            </a:r>
            <a:r>
              <a:rPr lang="ru-RU" altLang="ru-RU" sz="1300" dirty="0" smtClean="0"/>
              <a:t>.</a:t>
            </a:r>
            <a:endParaRPr lang="ru-RU" altLang="ru-RU" sz="1300" dirty="0"/>
          </a:p>
          <a:p>
            <a:pPr marL="180000" indent="-1800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altLang="ru-RU" sz="1300" dirty="0" smtClean="0"/>
              <a:t>Специальные информационные </a:t>
            </a:r>
            <a:r>
              <a:rPr lang="ru-RU" altLang="ru-RU" sz="1300" dirty="0"/>
              <a:t>ресурсы (</a:t>
            </a:r>
            <a:r>
              <a:rPr lang="ru-RU" altLang="ru-RU" sz="1300" dirty="0" err="1"/>
              <a:t>Контур.Фокус</a:t>
            </a:r>
            <a:r>
              <a:rPr lang="ru-RU" altLang="ru-RU" sz="1300" dirty="0"/>
              <a:t>, СПАРК и т.д</a:t>
            </a:r>
            <a:r>
              <a:rPr lang="ru-RU" altLang="ru-RU" sz="1300" dirty="0" smtClean="0"/>
              <a:t>.).</a:t>
            </a:r>
            <a:endParaRPr lang="ru-RU" altLang="ru-RU" sz="1300" dirty="0"/>
          </a:p>
          <a:p>
            <a:pPr marL="180000" indent="-1800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altLang="ru-RU" sz="1300" dirty="0" smtClean="0"/>
              <a:t>Поиск </a:t>
            </a:r>
            <a:r>
              <a:rPr lang="ru-RU" altLang="ru-RU" sz="1300" dirty="0"/>
              <a:t>по резюме в </a:t>
            </a:r>
            <a:r>
              <a:rPr lang="en-US" altLang="ru-RU" sz="1300" dirty="0" smtClean="0"/>
              <a:t>hh.ru</a:t>
            </a:r>
            <a:r>
              <a:rPr lang="ru-RU" altLang="ru-RU" sz="1300" dirty="0" smtClean="0"/>
              <a:t>.</a:t>
            </a:r>
            <a:endParaRPr lang="ru-RU" altLang="ru-RU" sz="1300" dirty="0"/>
          </a:p>
          <a:p>
            <a:pPr marL="180000" indent="-1800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altLang="ru-RU" sz="1300" dirty="0" smtClean="0"/>
              <a:t>Просмотр </a:t>
            </a:r>
            <a:r>
              <a:rPr lang="ru-RU" altLang="ru-RU" sz="1300" dirty="0"/>
              <a:t>отзывов сотрудников и потребителей в </a:t>
            </a:r>
            <a:r>
              <a:rPr lang="ru-RU" altLang="ru-RU" sz="1300" dirty="0" smtClean="0"/>
              <a:t>интернете.</a:t>
            </a:r>
          </a:p>
          <a:p>
            <a:pPr marL="180000" indent="-1800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altLang="ru-RU" sz="1300" dirty="0" smtClean="0"/>
              <a:t>Анализ </a:t>
            </a:r>
            <a:r>
              <a:rPr lang="ru-RU" altLang="ru-RU" sz="1300" dirty="0"/>
              <a:t>информации о долгах руководителей и владельцев контрагента в Банке данных ФССП </a:t>
            </a:r>
            <a:r>
              <a:rPr lang="ru-RU" altLang="ru-RU" sz="1300" dirty="0" smtClean="0"/>
              <a:t>РФ.</a:t>
            </a:r>
            <a:endParaRPr lang="ru-RU" altLang="ru-RU" sz="1300" dirty="0"/>
          </a:p>
          <a:p>
            <a:pPr marL="180000" indent="-1800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altLang="ru-RU" sz="1300" dirty="0" smtClean="0"/>
              <a:t>Общий </a:t>
            </a:r>
            <a:r>
              <a:rPr lang="ru-RU" altLang="ru-RU" sz="1300" dirty="0"/>
              <a:t>поиск в интернете с </a:t>
            </a:r>
            <a:r>
              <a:rPr lang="ru-RU" altLang="ru-RU" sz="1300" dirty="0" smtClean="0"/>
              <a:t>использованием </a:t>
            </a:r>
            <a:r>
              <a:rPr lang="ru-RU" altLang="ru-RU" sz="1300" dirty="0"/>
              <a:t>языка поисковых запросов и портала </a:t>
            </a:r>
            <a:r>
              <a:rPr lang="en-US" altLang="ru-RU" sz="1300" dirty="0"/>
              <a:t>archive.org </a:t>
            </a:r>
            <a:r>
              <a:rPr lang="ru-RU" altLang="ru-RU" sz="1300" dirty="0"/>
              <a:t>в отношении неработающих сайтов </a:t>
            </a:r>
            <a:r>
              <a:rPr lang="ru-RU" altLang="ru-RU" sz="1300" dirty="0" smtClean="0"/>
              <a:t>организаций-должников.</a:t>
            </a:r>
            <a:endParaRPr lang="ru-RU" altLang="ru-RU" sz="1300" dirty="0"/>
          </a:p>
        </p:txBody>
      </p:sp>
    </p:spTree>
    <p:extLst>
      <p:ext uri="{BB962C8B-B14F-4D97-AF65-F5344CB8AC3E}">
        <p14:creationId xmlns:p14="http://schemas.microsoft.com/office/powerpoint/2010/main" xmlns="" val="173446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147153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Как проверить контрагента через информационные ресурсы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7349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3483" y="1264048"/>
            <a:ext cx="3420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altLang="ru-RU" b="1" dirty="0">
                <a:latin typeface="+mj-lt"/>
              </a:rPr>
              <a:t>Л</a:t>
            </a:r>
            <a:r>
              <a:rPr lang="ru-RU" altLang="ru-RU" b="1" dirty="0" smtClean="0">
                <a:latin typeface="+mj-lt"/>
              </a:rPr>
              <a:t>ента новостей </a:t>
            </a:r>
            <a:r>
              <a:rPr lang="ru-RU" altLang="ru-RU" b="1" dirty="0">
                <a:latin typeface="+mj-lt"/>
              </a:rPr>
              <a:t>Я</a:t>
            </a:r>
            <a:r>
              <a:rPr lang="ru-RU" altLang="ru-RU" b="1" dirty="0" smtClean="0">
                <a:latin typeface="+mj-lt"/>
              </a:rPr>
              <a:t>ндекс и </a:t>
            </a:r>
            <a:r>
              <a:rPr lang="en-US" altLang="ru-RU" b="1" dirty="0" smtClean="0">
                <a:latin typeface="+mj-lt"/>
              </a:rPr>
              <a:t>Google</a:t>
            </a:r>
            <a:endParaRPr lang="ru-RU" altLang="ru-RU" b="1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3484" y="1866607"/>
            <a:ext cx="4020714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sz="1400" dirty="0"/>
              <a:t>Поиск по наименованию организации, холдинга и ключевым лицам позволяет понять: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400" dirty="0"/>
              <a:t>степень публичности;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400" dirty="0"/>
              <a:t>наличие крупных проблем;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400" dirty="0"/>
              <a:t>историю развития.</a:t>
            </a:r>
          </a:p>
          <a:p>
            <a:pPr marL="285750" indent="-285750">
              <a:buFontTx/>
              <a:buChar char="-"/>
              <a:defRPr/>
            </a:pPr>
            <a:endParaRPr lang="ru-RU" altLang="ru-RU" sz="1400" dirty="0"/>
          </a:p>
          <a:p>
            <a:pPr>
              <a:defRPr/>
            </a:pPr>
            <a:r>
              <a:rPr lang="ru-RU" altLang="ru-RU" sz="1400" dirty="0"/>
              <a:t>Иногда журналисты «раскапывают» даже цепочки офшоров (достаточно вспомнить Панамские бумаги и т.д.)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856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8407" y="1244730"/>
            <a:ext cx="4346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altLang="ru-RU" b="1" dirty="0">
                <a:latin typeface="+mj-lt"/>
              </a:rPr>
              <a:t>Специальные информационные ресурсы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83483" y="1664748"/>
            <a:ext cx="4020714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sz="1200" dirty="0" err="1"/>
              <a:t>Контур.Фокус</a:t>
            </a:r>
            <a:r>
              <a:rPr lang="ru-RU" altLang="ru-RU" sz="1200" dirty="0"/>
              <a:t>, СПАРК и другие системы в России, </a:t>
            </a:r>
            <a:r>
              <a:rPr lang="en-US" altLang="ru-RU" sz="1200" dirty="0"/>
              <a:t>D&amp;B </a:t>
            </a:r>
            <a:r>
              <a:rPr lang="ru-RU" altLang="ru-RU" sz="1200" dirty="0" smtClean="0"/>
              <a:t>за рубежом </a:t>
            </a:r>
            <a:r>
              <a:rPr lang="ru-RU" altLang="ru-RU" sz="1200" dirty="0"/>
              <a:t>дают представление о структуре владения организацией, судьбе связанных с ней лиц, а также о множестве важных деталей: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200" dirty="0" smtClean="0"/>
              <a:t>балансах</a:t>
            </a:r>
            <a:r>
              <a:rPr lang="ru-RU" altLang="ru-RU" sz="1200" dirty="0"/>
              <a:t>, выручке и прибыли;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200" dirty="0" smtClean="0"/>
              <a:t>судебных </a:t>
            </a:r>
            <a:r>
              <a:rPr lang="ru-RU" altLang="ru-RU" sz="1200" dirty="0"/>
              <a:t>процессах и исполнительных производствах;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200" dirty="0" smtClean="0"/>
              <a:t>лицензиях</a:t>
            </a:r>
            <a:r>
              <a:rPr lang="ru-RU" altLang="ru-RU" sz="1200" dirty="0"/>
              <a:t>, сертификатах и СРО;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200" dirty="0"/>
              <a:t>проверках;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200" dirty="0"/>
              <a:t>товарных знаках и т.д.</a:t>
            </a:r>
          </a:p>
          <a:p>
            <a:pPr>
              <a:defRPr/>
            </a:pPr>
            <a:endParaRPr lang="ru-RU" altLang="ru-RU" sz="1200" dirty="0" smtClean="0"/>
          </a:p>
          <a:p>
            <a:pPr>
              <a:defRPr/>
            </a:pPr>
            <a:r>
              <a:rPr lang="ru-RU" altLang="ru-RU" sz="2000" i="1" dirty="0" smtClean="0">
                <a:latin typeface="500pict" pitchFamily="50" charset="-52"/>
              </a:rPr>
              <a:t>!</a:t>
            </a:r>
            <a:r>
              <a:rPr lang="ru-RU" altLang="ru-RU" sz="1200" dirty="0" smtClean="0"/>
              <a:t> </a:t>
            </a:r>
            <a:r>
              <a:rPr lang="ru-RU" altLang="ru-RU" sz="1200" b="1" dirty="0"/>
              <a:t>Важно </a:t>
            </a:r>
            <a:r>
              <a:rPr lang="ru-RU" altLang="ru-RU" sz="1200" b="1" dirty="0" smtClean="0"/>
              <a:t>смотреть, </a:t>
            </a:r>
            <a:r>
              <a:rPr lang="ru-RU" altLang="ru-RU" sz="1200" b="1" dirty="0"/>
              <a:t>что стало с прежними компаниями интересующих Вас предпринимателей</a:t>
            </a:r>
          </a:p>
        </p:txBody>
      </p:sp>
    </p:spTree>
    <p:extLst>
      <p:ext uri="{BB962C8B-B14F-4D97-AF65-F5344CB8AC3E}">
        <p14:creationId xmlns:p14="http://schemas.microsoft.com/office/powerpoint/2010/main" xmlns="" val="119486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896014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Как анализ информации о сотрудниках поможет оценить добросовестность контрагента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981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3483" y="1264048"/>
            <a:ext cx="2667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altLang="ru-RU" b="1" dirty="0">
                <a:latin typeface="+mj-lt"/>
              </a:rPr>
              <a:t>П</a:t>
            </a:r>
            <a:r>
              <a:rPr lang="ru-RU" altLang="ru-RU" b="1" dirty="0" smtClean="0">
                <a:latin typeface="+mj-lt"/>
              </a:rPr>
              <a:t>оиск по резюме в </a:t>
            </a:r>
            <a:r>
              <a:rPr lang="en-US" altLang="ru-RU" b="1" dirty="0" smtClean="0">
                <a:latin typeface="+mj-lt"/>
              </a:rPr>
              <a:t>hh.ru</a:t>
            </a:r>
            <a:endParaRPr lang="ru-RU" altLang="ru-RU" b="1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3483" y="1789334"/>
            <a:ext cx="402071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sz="1200" dirty="0"/>
              <a:t>Наличие большого количество резюме работников (особенно  топов) интересующей организации с пометкой «по настоящее время» может свидетельствовать о проблемах в бизнесе</a:t>
            </a:r>
            <a:r>
              <a:rPr lang="ru-RU" altLang="ru-RU" sz="1200" dirty="0" smtClean="0"/>
              <a:t>.</a:t>
            </a:r>
          </a:p>
          <a:p>
            <a:pPr>
              <a:defRPr/>
            </a:pPr>
            <a:endParaRPr lang="ru-RU" altLang="ru-RU" sz="1200" dirty="0"/>
          </a:p>
          <a:p>
            <a:pPr>
              <a:defRPr/>
            </a:pPr>
            <a:r>
              <a:rPr lang="ru-RU" altLang="ru-RU" sz="1200" dirty="0"/>
              <a:t>Резюме также дают возможность установить </a:t>
            </a:r>
            <a:r>
              <a:rPr lang="ru-RU" altLang="ru-RU" sz="1200" dirty="0" smtClean="0"/>
              <a:t>скрываемые </a:t>
            </a:r>
            <a:r>
              <a:rPr lang="ru-RU" altLang="ru-RU" sz="1200" dirty="0"/>
              <a:t>связи между организациями.</a:t>
            </a:r>
          </a:p>
          <a:p>
            <a:pPr>
              <a:defRPr/>
            </a:pPr>
            <a:endParaRPr lang="ru-RU" altLang="ru-RU" sz="1200" dirty="0"/>
          </a:p>
          <a:p>
            <a:pPr>
              <a:defRPr/>
            </a:pPr>
            <a:r>
              <a:rPr lang="ru-RU" altLang="ru-RU" sz="1200" dirty="0"/>
              <a:t>По резюме можно связаться с работниками и уточнить некоторые детали в открытом или </a:t>
            </a:r>
            <a:r>
              <a:rPr lang="ru-RU" altLang="ru-RU" sz="1200" dirty="0" err="1"/>
              <a:t>легендированном</a:t>
            </a:r>
            <a:r>
              <a:rPr lang="ru-RU" altLang="ru-RU" sz="1200" dirty="0"/>
              <a:t> режиме.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749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3484" y="1264048"/>
            <a:ext cx="44328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b="1" dirty="0" smtClean="0"/>
              <a:t>Просмотр отзывов сотрудников и потребителей в интернете</a:t>
            </a:r>
            <a:endParaRPr lang="ru-RU" altLang="ru-RU" b="1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3484" y="2079108"/>
            <a:ext cx="40207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sz="1200" dirty="0"/>
              <a:t>Нередко сотрудники выкладывают много внутренней </a:t>
            </a:r>
            <a:r>
              <a:rPr lang="ru-RU" altLang="ru-RU" sz="1200" dirty="0" smtClean="0"/>
              <a:t>информации.</a:t>
            </a:r>
            <a:endParaRPr lang="ru-RU" altLang="ru-RU" sz="1200" dirty="0"/>
          </a:p>
          <a:p>
            <a:pPr>
              <a:defRPr/>
            </a:pPr>
            <a:endParaRPr lang="ru-RU" altLang="ru-RU" sz="1200" dirty="0"/>
          </a:p>
          <a:p>
            <a:pPr>
              <a:defRPr/>
            </a:pPr>
            <a:r>
              <a:rPr lang="ru-RU" altLang="ru-RU" sz="1200" dirty="0"/>
              <a:t>Кроме специальных сайтов с отзывами, стоит посмотреть отраслевые форумы и </a:t>
            </a:r>
            <a:r>
              <a:rPr lang="ru-RU" altLang="ru-RU" sz="1200" dirty="0" smtClean="0"/>
              <a:t>проводить </a:t>
            </a:r>
            <a:r>
              <a:rPr lang="ru-RU" altLang="ru-RU" sz="1200" dirty="0"/>
              <a:t>поиск по номерам телефонов, </a:t>
            </a:r>
            <a:r>
              <a:rPr lang="ru-RU" altLang="ru-RU" sz="1200" dirty="0" err="1"/>
              <a:t>мэйлам</a:t>
            </a:r>
            <a:r>
              <a:rPr lang="ru-RU" altLang="ru-RU" sz="1200" dirty="0"/>
              <a:t> и т.д.</a:t>
            </a:r>
          </a:p>
          <a:p>
            <a:pPr>
              <a:defRPr/>
            </a:pPr>
            <a:endParaRPr lang="ru-RU" altLang="ru-RU" sz="1200" dirty="0"/>
          </a:p>
          <a:p>
            <a:pPr>
              <a:defRPr/>
            </a:pPr>
            <a:r>
              <a:rPr lang="ru-RU" altLang="ru-RU" sz="1200" dirty="0"/>
              <a:t>Стоит учитывать возможную недостоверность отзывов, особенно в ситуации жесткой конкуренции и т.д.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090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896014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Какая информация о владельцах и компании поможет понять, что у контрагента проблемы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6578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3484" y="1264048"/>
            <a:ext cx="44328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b="1" dirty="0"/>
              <a:t>А</a:t>
            </a:r>
            <a:r>
              <a:rPr lang="ru-RU" altLang="ru-RU" b="1" dirty="0" smtClean="0"/>
              <a:t>нализ информации о долгах руководителей и владельцев</a:t>
            </a:r>
            <a:endParaRPr lang="ru-RU" altLang="ru-RU" b="1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3484" y="2079108"/>
            <a:ext cx="40207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sz="1200" dirty="0"/>
              <a:t>Информация может быть в Банке данных исполнительных производств ФССП РФ на сайте </a:t>
            </a:r>
            <a:r>
              <a:rPr lang="en-US" altLang="ru-RU" sz="1200" dirty="0"/>
              <a:t>fssprus.ru</a:t>
            </a:r>
            <a:r>
              <a:rPr lang="ru-RU" altLang="ru-RU" sz="1200" dirty="0"/>
              <a:t>, а также на сайтах соответствующих судов общей юрисдикции (стоит посмотреть содержание соответствующих судебных актов).</a:t>
            </a:r>
            <a:r>
              <a:rPr lang="en-US" altLang="ru-RU" sz="1200" dirty="0"/>
              <a:t> </a:t>
            </a:r>
            <a:endParaRPr lang="ru-RU" altLang="ru-RU" sz="1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468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3484" y="1264048"/>
            <a:ext cx="44328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b="1" dirty="0" smtClean="0">
                <a:latin typeface="+mj-lt"/>
              </a:rPr>
              <a:t>Общий поиск в интернете</a:t>
            </a:r>
            <a:endParaRPr lang="ru-RU" altLang="ru-RU" b="1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3483" y="1757136"/>
            <a:ext cx="402071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sz="1200" dirty="0"/>
              <a:t>Стоит использовать язык поисковых запросов и портала </a:t>
            </a:r>
            <a:r>
              <a:rPr lang="en-US" altLang="ru-RU" sz="1200" dirty="0"/>
              <a:t>archive.org </a:t>
            </a:r>
            <a:r>
              <a:rPr lang="ru-RU" altLang="ru-RU" sz="1200" dirty="0"/>
              <a:t>в отношении неработающих сайтов организаций-должников. </a:t>
            </a:r>
            <a:endParaRPr lang="ru-RU" altLang="ru-RU" sz="1200" dirty="0" smtClean="0"/>
          </a:p>
          <a:p>
            <a:pPr>
              <a:defRPr/>
            </a:pPr>
            <a:endParaRPr lang="ru-RU" altLang="ru-RU" sz="1200" dirty="0"/>
          </a:p>
          <a:p>
            <a:pPr>
              <a:defRPr/>
            </a:pPr>
            <a:r>
              <a:rPr lang="ru-RU" altLang="ru-RU" sz="1200" dirty="0"/>
              <a:t>Актуален поиск не только </a:t>
            </a:r>
            <a:r>
              <a:rPr lang="ru-RU" altLang="ru-RU" sz="1200" dirty="0" smtClean="0"/>
              <a:t>по </a:t>
            </a:r>
            <a:r>
              <a:rPr lang="ru-RU" altLang="ru-RU" sz="1200" dirty="0"/>
              <a:t>наименованию, но и телефонам, адресам электронной почты и т.д. В некоторых случаях стоит отдельно искать по файлам </a:t>
            </a:r>
            <a:r>
              <a:rPr lang="en-US" altLang="ru-RU" sz="1200" dirty="0"/>
              <a:t>pdf, doc </a:t>
            </a:r>
            <a:r>
              <a:rPr lang="ru-RU" altLang="ru-RU" sz="1200" dirty="0"/>
              <a:t>и др., чтобы найти текстовые документы.</a:t>
            </a:r>
          </a:p>
          <a:p>
            <a:pPr>
              <a:defRPr/>
            </a:pPr>
            <a:endParaRPr lang="ru-RU" altLang="ru-RU" sz="1200" dirty="0"/>
          </a:p>
          <a:p>
            <a:pPr>
              <a:defRPr/>
            </a:pPr>
            <a:r>
              <a:rPr lang="ru-RU" altLang="ru-RU" sz="1200" dirty="0"/>
              <a:t>Результаты поиска в </a:t>
            </a:r>
            <a:r>
              <a:rPr lang="ru-RU" altLang="ru-RU" sz="1200" dirty="0" smtClean="0"/>
              <a:t>Яндекс </a:t>
            </a:r>
            <a:r>
              <a:rPr lang="ru-RU" altLang="ru-RU" sz="1200" dirty="0"/>
              <a:t>и </a:t>
            </a:r>
            <a:r>
              <a:rPr lang="en-US" altLang="ru-RU" sz="1200" dirty="0"/>
              <a:t>Google </a:t>
            </a:r>
            <a:r>
              <a:rPr lang="ru-RU" altLang="ru-RU" sz="1200" dirty="0"/>
              <a:t>отличаются из-за использования разных </a:t>
            </a:r>
            <a:r>
              <a:rPr lang="ru-RU" altLang="ru-RU" sz="1200" dirty="0" smtClean="0"/>
              <a:t>алгоритмов.</a:t>
            </a:r>
            <a:endParaRPr lang="ru-RU" altLang="ru-RU" sz="1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089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3484" y="1264048"/>
            <a:ext cx="38017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b="1" dirty="0" smtClean="0">
                <a:latin typeface="+mj-lt"/>
              </a:rPr>
              <a:t>Рекомендации по анализу собранной информации</a:t>
            </a:r>
            <a:endParaRPr lang="ru-RU" altLang="ru-RU" b="1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3483" y="2034031"/>
            <a:ext cx="402071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altLang="ru-RU" sz="1200" dirty="0"/>
              <a:t>В некоторых случаях у контрагента стоит попросить пояснения по поводу найденной негативной </a:t>
            </a:r>
            <a:r>
              <a:rPr lang="ru-RU" altLang="ru-RU" sz="1200" dirty="0" smtClean="0"/>
              <a:t>информации.</a:t>
            </a:r>
            <a:endParaRPr lang="ru-RU" altLang="ru-RU" sz="1200" dirty="0"/>
          </a:p>
          <a:p>
            <a:pPr>
              <a:defRPr/>
            </a:pPr>
            <a:endParaRPr lang="ru-RU" altLang="ru-RU" sz="1200" dirty="0"/>
          </a:p>
          <a:p>
            <a:pPr>
              <a:defRPr/>
            </a:pPr>
            <a:r>
              <a:rPr lang="ru-RU" altLang="ru-RU" sz="1200" dirty="0"/>
              <a:t>Предприниматели часто «серийно» используют одни и те же схемы по уклонению от исполнения обязательств («слив» на подставных лиц, управляемое банкротство и т.д</a:t>
            </a:r>
            <a:r>
              <a:rPr lang="ru-RU" altLang="ru-RU" sz="1200" dirty="0" smtClean="0"/>
              <a:t>.).</a:t>
            </a:r>
            <a:endParaRPr lang="ru-RU" altLang="ru-RU" sz="1200" dirty="0"/>
          </a:p>
          <a:p>
            <a:pPr>
              <a:defRPr/>
            </a:pPr>
            <a:endParaRPr lang="ru-RU" altLang="ru-RU" sz="1200" dirty="0"/>
          </a:p>
          <a:p>
            <a:pPr>
              <a:defRPr/>
            </a:pPr>
            <a:r>
              <a:rPr lang="ru-RU" altLang="ru-RU" sz="1200" dirty="0"/>
              <a:t>Найденный негатив может быть поводом не для отказа от сотрудничества, а для более тщательного контроля и получения </a:t>
            </a:r>
            <a:r>
              <a:rPr lang="ru-RU" altLang="ru-RU" sz="1200" dirty="0" smtClean="0"/>
              <a:t>дополнительных гарантий.</a:t>
            </a:r>
            <a:endParaRPr lang="ru-RU" altLang="ru-RU" sz="1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4287851"/>
            <a:ext cx="4107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Техника оценки платежеспособности и благонадежности </a:t>
            </a:r>
            <a:r>
              <a:rPr lang="ru-RU" sz="1000" dirty="0" smtClean="0"/>
              <a:t>контрагента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71486560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5869</TotalTime>
  <Words>554</Words>
  <Application>Microsoft Office PowerPoint</Application>
  <PresentationFormat>Экран (16:9)</PresentationFormat>
  <Paragraphs>74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Как эффективно проверить контрагента</vt:lpstr>
      <vt:lpstr>Слайд 2</vt:lpstr>
      <vt:lpstr>Как проверить контрагента через информационные ресурсы</vt:lpstr>
      <vt:lpstr>Слайд 4</vt:lpstr>
      <vt:lpstr>Слайд 5</vt:lpstr>
      <vt:lpstr>Как анализ информации о сотрудниках поможет оценить добросовестность контрагента</vt:lpstr>
      <vt:lpstr>Слайд 7</vt:lpstr>
      <vt:lpstr>Слайд 8</vt:lpstr>
      <vt:lpstr>Какая информация о владельцах и компании поможет понять, что у контрагента проблемы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190</cp:revision>
  <cp:lastPrinted>2018-02-13T09:25:17Z</cp:lastPrinted>
  <dcterms:created xsi:type="dcterms:W3CDTF">2018-01-12T10:39:47Z</dcterms:created>
  <dcterms:modified xsi:type="dcterms:W3CDTF">2018-12-19T08:48:22Z</dcterms:modified>
</cp:coreProperties>
</file>