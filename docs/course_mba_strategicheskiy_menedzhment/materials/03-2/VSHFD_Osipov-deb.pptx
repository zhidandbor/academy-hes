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4" r:id="rId2"/>
    <p:sldMasterId id="2147483696" r:id="rId3"/>
    <p:sldMasterId id="2147483708" r:id="rId4"/>
  </p:sldMasterIdLst>
  <p:notesMasterIdLst>
    <p:notesMasterId r:id="rId18"/>
  </p:notesMasterIdLst>
  <p:sldIdLst>
    <p:sldId id="261" r:id="rId5"/>
    <p:sldId id="282" r:id="rId6"/>
    <p:sldId id="283" r:id="rId7"/>
    <p:sldId id="287" r:id="rId8"/>
    <p:sldId id="284" r:id="rId9"/>
    <p:sldId id="288" r:id="rId10"/>
    <p:sldId id="289" r:id="rId11"/>
    <p:sldId id="285" r:id="rId12"/>
    <p:sldId id="290" r:id="rId13"/>
    <p:sldId id="291" r:id="rId14"/>
    <p:sldId id="286" r:id="rId15"/>
    <p:sldId id="292" r:id="rId16"/>
    <p:sldId id="293" r:id="rId17"/>
  </p:sldIdLst>
  <p:sldSz cx="9144000" cy="5143500" type="screen16x9"/>
  <p:notesSz cx="6858000" cy="9144000"/>
  <p:defaultTextStyle>
    <a:defPPr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E132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706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етта Новикова" userId="e708aafe7de06156" providerId="LiveId" clId="{CA88BD23-6668-47FF-BAD4-47C21F49CBBB}"/>
    <pc:docChg chg="undo custSel addSld delSld modSld sldOrd">
      <pc:chgData name="Иветта Новикова" userId="e708aafe7de06156" providerId="LiveId" clId="{CA88BD23-6668-47FF-BAD4-47C21F49CBBB}" dt="2018-03-13T13:45:46.836" v="550" actId="20577"/>
      <pc:docMkLst>
        <pc:docMk/>
      </pc:docMkLst>
      <pc:sldChg chg="modSp">
        <pc:chgData name="Иветта Новикова" userId="e708aafe7de06156" providerId="LiveId" clId="{CA88BD23-6668-47FF-BAD4-47C21F49CBBB}" dt="2018-03-13T12:23:57.979" v="91" actId="1076"/>
        <pc:sldMkLst>
          <pc:docMk/>
          <pc:sldMk cId="3165284890" sldId="261"/>
        </pc:sldMkLst>
        <pc:spChg chg="mod">
          <ac:chgData name="Иветта Новикова" userId="e708aafe7de06156" providerId="LiveId" clId="{CA88BD23-6668-47FF-BAD4-47C21F49CBBB}" dt="2018-03-13T12:23:57.979" v="91" actId="1076"/>
          <ac:spMkLst>
            <pc:docMk/>
            <pc:sldMk cId="3165284890" sldId="261"/>
            <ac:spMk id="8" creationId="{3566EB60-5257-494F-9E72-845827F2B1F6}"/>
          </ac:spMkLst>
        </pc:spChg>
        <pc:spChg chg="mod">
          <ac:chgData name="Иветта Новикова" userId="e708aafe7de06156" providerId="LiveId" clId="{CA88BD23-6668-47FF-BAD4-47C21F49CBBB}" dt="2018-03-13T12:23:09.009" v="65" actId="20577"/>
          <ac:spMkLst>
            <pc:docMk/>
            <pc:sldMk cId="3165284890" sldId="261"/>
            <ac:spMk id="11" creationId="{83B216AE-E002-4B69-8586-A1804C935C1E}"/>
          </ac:spMkLst>
        </pc:spChg>
      </pc:sldChg>
      <pc:sldChg chg="modSp">
        <pc:chgData name="Иветта Новикова" userId="e708aafe7de06156" providerId="LiveId" clId="{CA88BD23-6668-47FF-BAD4-47C21F49CBBB}" dt="2018-03-13T12:26:07.544" v="196" actId="1076"/>
        <pc:sldMkLst>
          <pc:docMk/>
          <pc:sldMk cId="3756243833" sldId="282"/>
        </pc:sldMkLst>
        <pc:spChg chg="mod">
          <ac:chgData name="Иветта Новикова" userId="e708aafe7de06156" providerId="LiveId" clId="{CA88BD23-6668-47FF-BAD4-47C21F49CBBB}" dt="2018-03-13T12:26:07.544" v="196" actId="1076"/>
          <ac:spMkLst>
            <pc:docMk/>
            <pc:sldMk cId="3756243833" sldId="282"/>
            <ac:spMk id="2" creationId="{00000000-0000-0000-0000-000000000000}"/>
          </ac:spMkLst>
        </pc:spChg>
        <pc:spChg chg="mod">
          <ac:chgData name="Иветта Новикова" userId="e708aafe7de06156" providerId="LiveId" clId="{CA88BD23-6668-47FF-BAD4-47C21F49CBBB}" dt="2018-03-13T12:25:44.599" v="188" actId="20577"/>
          <ac:spMkLst>
            <pc:docMk/>
            <pc:sldMk cId="3756243833" sldId="282"/>
            <ac:spMk id="6" creationId="{2902F4ED-CBF4-4160-9402-4D5CE2B437FE}"/>
          </ac:spMkLst>
        </pc:spChg>
      </pc:sldChg>
      <pc:sldChg chg="addSp delSp modSp">
        <pc:chgData name="Иветта Новикова" userId="e708aafe7de06156" providerId="LiveId" clId="{CA88BD23-6668-47FF-BAD4-47C21F49CBBB}" dt="2018-03-13T12:30:02.467" v="284" actId="14100"/>
        <pc:sldMkLst>
          <pc:docMk/>
          <pc:sldMk cId="3400700245" sldId="283"/>
        </pc:sldMkLst>
        <pc:spChg chg="del">
          <ac:chgData name="Иветта Новикова" userId="e708aafe7de06156" providerId="LiveId" clId="{CA88BD23-6668-47FF-BAD4-47C21F49CBBB}" dt="2018-03-13T12:25:48.429" v="189" actId="478"/>
          <ac:spMkLst>
            <pc:docMk/>
            <pc:sldMk cId="3400700245" sldId="283"/>
            <ac:spMk id="6" creationId="{2902F4ED-CBF4-4160-9402-4D5CE2B437FE}"/>
          </ac:spMkLst>
        </pc:spChg>
        <pc:spChg chg="del">
          <ac:chgData name="Иветта Новикова" userId="e708aafe7de06156" providerId="LiveId" clId="{CA88BD23-6668-47FF-BAD4-47C21F49CBBB}" dt="2018-03-13T12:27:59.492" v="259" actId="478"/>
          <ac:spMkLst>
            <pc:docMk/>
            <pc:sldMk cId="3400700245" sldId="283"/>
            <ac:spMk id="7" creationId="{A5240383-8E2E-4E1C-8F0F-9E98FF8775F9}"/>
          </ac:spMkLst>
        </pc:spChg>
        <pc:spChg chg="add">
          <ac:chgData name="Иветта Новикова" userId="e708aafe7de06156" providerId="LiveId" clId="{CA88BD23-6668-47FF-BAD4-47C21F49CBBB}" dt="2018-03-13T12:25:52.078" v="190" actId="14100"/>
          <ac:spMkLst>
            <pc:docMk/>
            <pc:sldMk cId="3400700245" sldId="283"/>
            <ac:spMk id="8" creationId="{7C709758-DE55-47AE-B413-6FB3887427AC}"/>
          </ac:spMkLst>
        </pc:spChg>
        <pc:spChg chg="mod">
          <ac:chgData name="Иветта Новикова" userId="e708aafe7de06156" providerId="LiveId" clId="{CA88BD23-6668-47FF-BAD4-47C21F49CBBB}" dt="2018-03-13T12:28:27.264" v="264" actId="255"/>
          <ac:spMkLst>
            <pc:docMk/>
            <pc:sldMk cId="3400700245" sldId="283"/>
            <ac:spMk id="13" creationId="{47AE9DF5-822B-4F5E-B9A6-01D6783A6815}"/>
          </ac:spMkLst>
        </pc:spChg>
        <pc:spChg chg="mod">
          <ac:chgData name="Иветта Новикова" userId="e708aafe7de06156" providerId="LiveId" clId="{CA88BD23-6668-47FF-BAD4-47C21F49CBBB}" dt="2018-03-13T12:28:45.592" v="268" actId="1076"/>
          <ac:spMkLst>
            <pc:docMk/>
            <pc:sldMk cId="3400700245" sldId="283"/>
            <ac:spMk id="14" creationId="{5AA86526-5F86-4954-88F7-92CB9C258ABA}"/>
          </ac:spMkLst>
        </pc:spChg>
        <pc:spChg chg="mod">
          <ac:chgData name="Иветта Новикова" userId="e708aafe7de06156" providerId="LiveId" clId="{CA88BD23-6668-47FF-BAD4-47C21F49CBBB}" dt="2018-03-13T12:29:43.995" v="280" actId="14100"/>
          <ac:spMkLst>
            <pc:docMk/>
            <pc:sldMk cId="3400700245" sldId="283"/>
            <ac:spMk id="16" creationId="{CD58D6BA-97B2-4D79-85D7-008CC59F6089}"/>
          </ac:spMkLst>
        </pc:spChg>
        <pc:spChg chg="mod">
          <ac:chgData name="Иветта Новикова" userId="e708aafe7de06156" providerId="LiveId" clId="{CA88BD23-6668-47FF-BAD4-47C21F49CBBB}" dt="2018-03-13T12:29:48.619" v="281" actId="255"/>
          <ac:spMkLst>
            <pc:docMk/>
            <pc:sldMk cId="3400700245" sldId="283"/>
            <ac:spMk id="17" creationId="{D8D8DA3E-05A7-4972-BC20-324F576F9BFA}"/>
          </ac:spMkLst>
        </pc:spChg>
        <pc:spChg chg="mod">
          <ac:chgData name="Иветта Новикова" userId="e708aafe7de06156" providerId="LiveId" clId="{CA88BD23-6668-47FF-BAD4-47C21F49CBBB}" dt="2018-03-13T12:29:55.880" v="282" actId="255"/>
          <ac:spMkLst>
            <pc:docMk/>
            <pc:sldMk cId="3400700245" sldId="283"/>
            <ac:spMk id="19" creationId="{31C8A6BB-CE53-4B4B-9F03-64C61E53869E}"/>
          </ac:spMkLst>
        </pc:spChg>
        <pc:spChg chg="add mod">
          <ac:chgData name="Иветта Новикова" userId="e708aafe7de06156" providerId="LiveId" clId="{CA88BD23-6668-47FF-BAD4-47C21F49CBBB}" dt="2018-03-13T12:30:02.467" v="284" actId="14100"/>
          <ac:spMkLst>
            <pc:docMk/>
            <pc:sldMk cId="3400700245" sldId="283"/>
            <ac:spMk id="25" creationId="{71E6B3F0-0B3F-42EF-9D04-803FA265EBBA}"/>
          </ac:spMkLst>
        </pc:spChg>
        <pc:grpChg chg="add mod">
          <ac:chgData name="Иветта Новикова" userId="e708aafe7de06156" providerId="LiveId" clId="{CA88BD23-6668-47FF-BAD4-47C21F49CBBB}" dt="2018-03-13T12:28:19.201" v="263" actId="14100"/>
          <ac:grpSpMkLst>
            <pc:docMk/>
            <pc:sldMk cId="3400700245" sldId="283"/>
            <ac:grpSpMk id="9" creationId="{8AA72139-9CF9-478C-BF60-037AF1193525}"/>
          </ac:grpSpMkLst>
        </pc:grpChg>
      </pc:sldChg>
      <pc:sldChg chg="modSp add ord">
        <pc:chgData name="Иветта Новикова" userId="e708aafe7de06156" providerId="LiveId" clId="{CA88BD23-6668-47FF-BAD4-47C21F49CBBB}" dt="2018-03-13T12:26:51.885" v="230" actId="1076"/>
        <pc:sldMkLst>
          <pc:docMk/>
          <pc:sldMk cId="2563144199" sldId="284"/>
        </pc:sldMkLst>
        <pc:spChg chg="mod">
          <ac:chgData name="Иветта Новикова" userId="e708aafe7de06156" providerId="LiveId" clId="{CA88BD23-6668-47FF-BAD4-47C21F49CBBB}" dt="2018-03-13T12:26:51.885" v="230" actId="1076"/>
          <ac:spMkLst>
            <pc:docMk/>
            <pc:sldMk cId="2563144199" sldId="284"/>
            <ac:spMk id="2" creationId="{00000000-0000-0000-0000-000000000000}"/>
          </ac:spMkLst>
        </pc:spChg>
      </pc:sldChg>
      <pc:sldChg chg="modSp add ord">
        <pc:chgData name="Иветта Новикова" userId="e708aafe7de06156" providerId="LiveId" clId="{CA88BD23-6668-47FF-BAD4-47C21F49CBBB}" dt="2018-03-13T12:40:37.923" v="469" actId="20577"/>
        <pc:sldMkLst>
          <pc:docMk/>
          <pc:sldMk cId="2323357478" sldId="285"/>
        </pc:sldMkLst>
        <pc:spChg chg="mod">
          <ac:chgData name="Иветта Новикова" userId="e708aafe7de06156" providerId="LiveId" clId="{CA88BD23-6668-47FF-BAD4-47C21F49CBBB}" dt="2018-03-13T12:27:08.515" v="247" actId="20577"/>
          <ac:spMkLst>
            <pc:docMk/>
            <pc:sldMk cId="2323357478" sldId="285"/>
            <ac:spMk id="2" creationId="{00000000-0000-0000-0000-000000000000}"/>
          </ac:spMkLst>
        </pc:spChg>
      </pc:sldChg>
      <pc:sldChg chg="modSp add">
        <pc:chgData name="Иветта Новикова" userId="e708aafe7de06156" providerId="LiveId" clId="{CA88BD23-6668-47FF-BAD4-47C21F49CBBB}" dt="2018-03-13T12:27:26.867" v="258" actId="1076"/>
        <pc:sldMkLst>
          <pc:docMk/>
          <pc:sldMk cId="2809777851" sldId="286"/>
        </pc:sldMkLst>
        <pc:spChg chg="mod">
          <ac:chgData name="Иветта Новикова" userId="e708aafe7de06156" providerId="LiveId" clId="{CA88BD23-6668-47FF-BAD4-47C21F49CBBB}" dt="2018-03-13T12:27:26.867" v="258" actId="1076"/>
          <ac:spMkLst>
            <pc:docMk/>
            <pc:sldMk cId="2809777851" sldId="286"/>
            <ac:spMk id="2" creationId="{00000000-0000-0000-0000-000000000000}"/>
          </ac:spMkLst>
        </pc:spChg>
      </pc:sldChg>
      <pc:sldChg chg="addSp delSp modSp add">
        <pc:chgData name="Иветта Новикова" userId="e708aafe7de06156" providerId="LiveId" clId="{CA88BD23-6668-47FF-BAD4-47C21F49CBBB}" dt="2018-03-13T12:32:10.232" v="344" actId="14100"/>
        <pc:sldMkLst>
          <pc:docMk/>
          <pc:sldMk cId="1862054940" sldId="287"/>
        </pc:sldMkLst>
        <pc:spChg chg="add mod">
          <ac:chgData name="Иветта Новикова" userId="e708aafe7de06156" providerId="LiveId" clId="{CA88BD23-6668-47FF-BAD4-47C21F49CBBB}" dt="2018-03-13T12:31:02.558" v="330" actId="20577"/>
          <ac:spMkLst>
            <pc:docMk/>
            <pc:sldMk cId="1862054940" sldId="287"/>
            <ac:spMk id="2" creationId="{532F018C-826A-4AF9-8A73-7B185DC9BC5F}"/>
          </ac:spMkLst>
        </pc:spChg>
        <pc:spChg chg="del">
          <ac:chgData name="Иветта Новикова" userId="e708aafe7de06156" providerId="LiveId" clId="{CA88BD23-6668-47FF-BAD4-47C21F49CBBB}" dt="2018-03-13T12:30:37.096" v="288" actId="478"/>
          <ac:spMkLst>
            <pc:docMk/>
            <pc:sldMk cId="1862054940" sldId="287"/>
            <ac:spMk id="25" creationId="{71E6B3F0-0B3F-42EF-9D04-803FA265EBBA}"/>
          </ac:spMkLst>
        </pc:spChg>
        <pc:spChg chg="del">
          <ac:chgData name="Иветта Новикова" userId="e708aafe7de06156" providerId="LiveId" clId="{CA88BD23-6668-47FF-BAD4-47C21F49CBBB}" dt="2018-03-13T12:31:17.238" v="332" actId="478"/>
          <ac:spMkLst>
            <pc:docMk/>
            <pc:sldMk cId="1862054940" sldId="287"/>
            <ac:spMk id="31" creationId="{F08EAC26-B0C0-4DFA-8BFD-2FA3C0EFD7DD}"/>
          </ac:spMkLst>
        </pc:spChg>
        <pc:spChg chg="mod">
          <ac:chgData name="Иветта Новикова" userId="e708aafe7de06156" providerId="LiveId" clId="{CA88BD23-6668-47FF-BAD4-47C21F49CBBB}" dt="2018-03-13T12:32:01.141" v="341" actId="14100"/>
          <ac:spMkLst>
            <pc:docMk/>
            <pc:sldMk cId="1862054940" sldId="287"/>
            <ac:spMk id="32" creationId="{7EC901E5-924D-4268-84B1-ADB612186606}"/>
          </ac:spMkLst>
        </pc:spChg>
        <pc:spChg chg="mod">
          <ac:chgData name="Иветта Новикова" userId="e708aafe7de06156" providerId="LiveId" clId="{CA88BD23-6668-47FF-BAD4-47C21F49CBBB}" dt="2018-03-13T12:32:04.955" v="342" actId="14100"/>
          <ac:spMkLst>
            <pc:docMk/>
            <pc:sldMk cId="1862054940" sldId="287"/>
            <ac:spMk id="33" creationId="{67E8D0CE-F28B-40D9-A2EE-092FE41422CA}"/>
          </ac:spMkLst>
        </pc:spChg>
        <pc:spChg chg="mod">
          <ac:chgData name="Иветта Новикова" userId="e708aafe7de06156" providerId="LiveId" clId="{CA88BD23-6668-47FF-BAD4-47C21F49CBBB}" dt="2018-03-13T12:32:07.653" v="343" actId="14100"/>
          <ac:spMkLst>
            <pc:docMk/>
            <pc:sldMk cId="1862054940" sldId="287"/>
            <ac:spMk id="34" creationId="{25BB8410-EB2D-46B1-8229-0FF13EAC68DD}"/>
          </ac:spMkLst>
        </pc:spChg>
        <pc:spChg chg="mod">
          <ac:chgData name="Иветта Новикова" userId="e708aafe7de06156" providerId="LiveId" clId="{CA88BD23-6668-47FF-BAD4-47C21F49CBBB}" dt="2018-03-13T12:32:10.232" v="344" actId="14100"/>
          <ac:spMkLst>
            <pc:docMk/>
            <pc:sldMk cId="1862054940" sldId="287"/>
            <ac:spMk id="35" creationId="{9E7A8C8E-57C6-4C06-9D73-1C454D4D8FD4}"/>
          </ac:spMkLst>
        </pc:spChg>
        <pc:grpChg chg="del">
          <ac:chgData name="Иветта Новикова" userId="e708aafe7de06156" providerId="LiveId" clId="{CA88BD23-6668-47FF-BAD4-47C21F49CBBB}" dt="2018-03-13T12:30:35.001" v="287" actId="478"/>
          <ac:grpSpMkLst>
            <pc:docMk/>
            <pc:sldMk cId="1862054940" sldId="287"/>
            <ac:grpSpMk id="9" creationId="{8AA72139-9CF9-478C-BF60-037AF1193525}"/>
          </ac:grpSpMkLst>
        </pc:grpChg>
        <pc:grpChg chg="add mod">
          <ac:chgData name="Иветта Новикова" userId="e708aafe7de06156" providerId="LiveId" clId="{CA88BD23-6668-47FF-BAD4-47C21F49CBBB}" dt="2018-03-13T12:31:58.137" v="340" actId="1076"/>
          <ac:grpSpMkLst>
            <pc:docMk/>
            <pc:sldMk cId="1862054940" sldId="287"/>
            <ac:grpSpMk id="26" creationId="{9BEA3F9B-D241-4D3E-9CC1-8338A4866930}"/>
          </ac:grpSpMkLst>
        </pc:grpChg>
      </pc:sldChg>
      <pc:sldChg chg="addSp delSp modSp add">
        <pc:chgData name="Иветта Новикова" userId="e708aafe7de06156" providerId="LiveId" clId="{CA88BD23-6668-47FF-BAD4-47C21F49CBBB}" dt="2018-03-13T12:34:31.791" v="394" actId="1076"/>
        <pc:sldMkLst>
          <pc:docMk/>
          <pc:sldMk cId="3048870661" sldId="289"/>
        </pc:sldMkLst>
        <pc:spChg chg="mod">
          <ac:chgData name="Иветта Новикова" userId="e708aafe7de06156" providerId="LiveId" clId="{CA88BD23-6668-47FF-BAD4-47C21F49CBBB}" dt="2018-03-13T12:33:40.748" v="387" actId="20577"/>
          <ac:spMkLst>
            <pc:docMk/>
            <pc:sldMk cId="3048870661" sldId="289"/>
            <ac:spMk id="2" creationId="{532F018C-826A-4AF9-8A73-7B185DC9BC5F}"/>
          </ac:spMkLst>
        </pc:spChg>
        <pc:spChg chg="del">
          <ac:chgData name="Иветта Новикова" userId="e708aafe7de06156" providerId="LiveId" clId="{CA88BD23-6668-47FF-BAD4-47C21F49CBBB}" dt="2018-03-13T12:34:05.347" v="390" actId="478"/>
          <ac:spMkLst>
            <pc:docMk/>
            <pc:sldMk cId="3048870661" sldId="289"/>
            <ac:spMk id="17" creationId="{569CF5F0-F43C-4898-8267-1C45F7A0BB75}"/>
          </ac:spMkLst>
        </pc:spChg>
        <pc:spChg chg="mod">
          <ac:chgData name="Иветта Новикова" userId="e708aafe7de06156" providerId="LiveId" clId="{CA88BD23-6668-47FF-BAD4-47C21F49CBBB}" dt="2018-03-13T12:34:31.791" v="394" actId="1076"/>
          <ac:spMkLst>
            <pc:docMk/>
            <pc:sldMk cId="3048870661" sldId="289"/>
            <ac:spMk id="18" creationId="{E15F2F2C-1B7A-4DF3-978C-EEA714BDBAEF}"/>
          </ac:spMkLst>
        </pc:spChg>
        <pc:grpChg chg="add mod ord">
          <ac:chgData name="Иветта Новикова" userId="e708aafe7de06156" providerId="LiveId" clId="{CA88BD23-6668-47FF-BAD4-47C21F49CBBB}" dt="2018-03-13T12:34:14.773" v="393" actId="167"/>
          <ac:grpSpMkLst>
            <pc:docMk/>
            <pc:sldMk cId="3048870661" sldId="289"/>
            <ac:grpSpMk id="14" creationId="{66594E38-316C-444E-BCDD-F4C36972F598}"/>
          </ac:grpSpMkLst>
        </pc:grpChg>
        <pc:grpChg chg="del">
          <ac:chgData name="Иветта Новикова" userId="e708aafe7de06156" providerId="LiveId" clId="{CA88BD23-6668-47FF-BAD4-47C21F49CBBB}" dt="2018-03-13T12:33:10.272" v="347" actId="478"/>
          <ac:grpSpMkLst>
            <pc:docMk/>
            <pc:sldMk cId="3048870661" sldId="289"/>
            <ac:grpSpMk id="26" creationId="{9BEA3F9B-D241-4D3E-9CC1-8338A4866930}"/>
          </ac:grpSpMkLst>
        </pc:grpChg>
        <pc:picChg chg="del mod">
          <ac:chgData name="Иветта Новикова" userId="e708aafe7de06156" providerId="LiveId" clId="{CA88BD23-6668-47FF-BAD4-47C21F49CBBB}" dt="2018-03-13T12:34:07.303" v="391" actId="478"/>
          <ac:picMkLst>
            <pc:docMk/>
            <pc:sldMk cId="3048870661" sldId="289"/>
            <ac:picMk id="15" creationId="{C0D5B41F-DA30-4F6A-B247-811E68D4E06B}"/>
          </ac:picMkLst>
        </pc:picChg>
      </pc:sldChg>
      <pc:sldChg chg="addSp delSp modSp add ord">
        <pc:chgData name="Иветта Новикова" userId="e708aafe7de06156" providerId="LiveId" clId="{CA88BD23-6668-47FF-BAD4-47C21F49CBBB}" dt="2018-03-13T12:39:59.755" v="459" actId="1076"/>
        <pc:sldMkLst>
          <pc:docMk/>
          <pc:sldMk cId="2793923374" sldId="290"/>
        </pc:sldMkLst>
        <pc:spChg chg="del">
          <ac:chgData name="Иветта Новикова" userId="e708aafe7de06156" providerId="LiveId" clId="{CA88BD23-6668-47FF-BAD4-47C21F49CBBB}" dt="2018-03-13T12:34:45.637" v="397" actId="478"/>
          <ac:spMkLst>
            <pc:docMk/>
            <pc:sldMk cId="2793923374" sldId="290"/>
            <ac:spMk id="2" creationId="{532F018C-826A-4AF9-8A73-7B185DC9BC5F}"/>
          </ac:spMkLst>
        </pc:spChg>
        <pc:spChg chg="del">
          <ac:chgData name="Иветта Новикова" userId="e708aafe7de06156" providerId="LiveId" clId="{CA88BD23-6668-47FF-BAD4-47C21F49CBBB}" dt="2018-03-13T12:38:02.526" v="436" actId="478"/>
          <ac:spMkLst>
            <pc:docMk/>
            <pc:sldMk cId="2793923374" sldId="290"/>
            <ac:spMk id="8" creationId="{7C709758-DE55-47AE-B413-6FB3887427AC}"/>
          </ac:spMkLst>
        </pc:spChg>
        <pc:spChg chg="add del mod">
          <ac:chgData name="Иветта Новикова" userId="e708aafe7de06156" providerId="LiveId" clId="{CA88BD23-6668-47FF-BAD4-47C21F49CBBB}" dt="2018-03-13T12:36:44.987" v="416" actId="478"/>
          <ac:spMkLst>
            <pc:docMk/>
            <pc:sldMk cId="2793923374" sldId="290"/>
            <ac:spMk id="15" creationId="{AA7CCE88-21B3-4A9C-9D28-4B6FB5C60A7C}"/>
          </ac:spMkLst>
        </pc:spChg>
        <pc:spChg chg="add mod">
          <ac:chgData name="Иветта Новикова" userId="e708aafe7de06156" providerId="LiveId" clId="{CA88BD23-6668-47FF-BAD4-47C21F49CBBB}" dt="2018-03-13T12:37:20.519" v="425" actId="14100"/>
          <ac:spMkLst>
            <pc:docMk/>
            <pc:sldMk cId="2793923374" sldId="290"/>
            <ac:spMk id="17" creationId="{A7A7F3A2-0441-4957-9246-B67FD3B9831A}"/>
          </ac:spMkLst>
        </pc:spChg>
        <pc:spChg chg="add mod">
          <ac:chgData name="Иветта Новикова" userId="e708aafe7de06156" providerId="LiveId" clId="{CA88BD23-6668-47FF-BAD4-47C21F49CBBB}" dt="2018-03-13T12:39:59.755" v="459" actId="1076"/>
          <ac:spMkLst>
            <pc:docMk/>
            <pc:sldMk cId="2793923374" sldId="290"/>
            <ac:spMk id="24" creationId="{820712AB-58BC-412D-8AB8-3ED21DC6148F}"/>
          </ac:spMkLst>
        </pc:spChg>
        <pc:spChg chg="add mod">
          <ac:chgData name="Иветта Новикова" userId="e708aafe7de06156" providerId="LiveId" clId="{CA88BD23-6668-47FF-BAD4-47C21F49CBBB}" dt="2018-03-13T12:39:55.054" v="458" actId="1076"/>
          <ac:spMkLst>
            <pc:docMk/>
            <pc:sldMk cId="2793923374" sldId="290"/>
            <ac:spMk id="25" creationId="{1B5FB9BB-8AC8-4DA3-A6AE-70322A6CAFBB}"/>
          </ac:spMkLst>
        </pc:spChg>
        <pc:grpChg chg="del">
          <ac:chgData name="Иветта Новикова" userId="e708aafe7de06156" providerId="LiveId" clId="{CA88BD23-6668-47FF-BAD4-47C21F49CBBB}" dt="2018-03-13T12:34:44.229" v="396" actId="478"/>
          <ac:grpSpMkLst>
            <pc:docMk/>
            <pc:sldMk cId="2793923374" sldId="290"/>
            <ac:grpSpMk id="14" creationId="{66594E38-316C-444E-BCDD-F4C36972F598}"/>
          </ac:grpSpMkLst>
        </pc:grpChg>
        <pc:picChg chg="add del mod">
          <ac:chgData name="Иветта Новикова" userId="e708aafe7de06156" providerId="LiveId" clId="{CA88BD23-6668-47FF-BAD4-47C21F49CBBB}" dt="2018-03-13T12:36:43.315" v="415" actId="478"/>
          <ac:picMkLst>
            <pc:docMk/>
            <pc:sldMk cId="2793923374" sldId="290"/>
            <ac:picMk id="13" creationId="{90D26848-A27F-4D77-970A-E23E84E91F93}"/>
          </ac:picMkLst>
        </pc:picChg>
        <pc:picChg chg="add mod ord">
          <ac:chgData name="Иветта Новикова" userId="e708aafe7de06156" providerId="LiveId" clId="{CA88BD23-6668-47FF-BAD4-47C21F49CBBB}" dt="2018-03-13T12:38:49.472" v="448" actId="1076"/>
          <ac:picMkLst>
            <pc:docMk/>
            <pc:sldMk cId="2793923374" sldId="290"/>
            <ac:picMk id="26" creationId="{D45AB4C5-57A8-42E2-8947-A91260C20FE3}"/>
          </ac:picMkLst>
        </pc:picChg>
      </pc:sldChg>
      <pc:sldChg chg="add">
        <pc:chgData name="Иветта Новикова" userId="e708aafe7de06156" providerId="LiveId" clId="{CA88BD23-6668-47FF-BAD4-47C21F49CBBB}" dt="2018-03-13T12:36:38.319" v="413" actId="20577"/>
        <pc:sldMkLst>
          <pc:docMk/>
          <pc:sldMk cId="766255339" sldId="291"/>
        </pc:sldMkLst>
      </pc:sldChg>
      <pc:sldChg chg="addSp delSp modSp add">
        <pc:chgData name="Иветта Новикова" userId="e708aafe7de06156" providerId="LiveId" clId="{CA88BD23-6668-47FF-BAD4-47C21F49CBBB}" dt="2018-03-13T12:40:26.022" v="467" actId="20577"/>
        <pc:sldMkLst>
          <pc:docMk/>
          <pc:sldMk cId="3145760434" sldId="292"/>
        </pc:sldMkLst>
        <pc:spChg chg="add">
          <ac:chgData name="Иветта Новикова" userId="e708aafe7de06156" providerId="LiveId" clId="{CA88BD23-6668-47FF-BAD4-47C21F49CBBB}" dt="2018-03-13T12:40:26.022" v="467" actId="20577"/>
          <ac:spMkLst>
            <pc:docMk/>
            <pc:sldMk cId="3145760434" sldId="292"/>
            <ac:spMk id="7" creationId="{B8D49263-0282-4412-B988-3CB2B05BE197}"/>
          </ac:spMkLst>
        </pc:spChg>
        <pc:spChg chg="del">
          <ac:chgData name="Иветта Новикова" userId="e708aafe7de06156" providerId="LiveId" clId="{CA88BD23-6668-47FF-BAD4-47C21F49CBBB}" dt="2018-03-13T12:40:08.667" v="460" actId="478"/>
          <ac:spMkLst>
            <pc:docMk/>
            <pc:sldMk cId="3145760434" sldId="292"/>
            <ac:spMk id="24" creationId="{820712AB-58BC-412D-8AB8-3ED21DC6148F}"/>
          </ac:spMkLst>
        </pc:spChg>
        <pc:spChg chg="mod">
          <ac:chgData name="Иветта Новикова" userId="e708aafe7de06156" providerId="LiveId" clId="{CA88BD23-6668-47FF-BAD4-47C21F49CBBB}" dt="2018-03-13T12:40:21.336" v="466" actId="20577"/>
          <ac:spMkLst>
            <pc:docMk/>
            <pc:sldMk cId="3145760434" sldId="292"/>
            <ac:spMk id="25" creationId="{1B5FB9BB-8AC8-4DA3-A6AE-70322A6CAFBB}"/>
          </ac:spMkLst>
        </pc:spChg>
      </pc:sldChg>
      <pc:sldChg chg="addSp delSp modSp add">
        <pc:chgData name="Иветта Новикова" userId="e708aafe7de06156" providerId="LiveId" clId="{CA88BD23-6668-47FF-BAD4-47C21F49CBBB}" dt="2018-03-13T13:45:46.836" v="550" actId="20577"/>
        <pc:sldMkLst>
          <pc:docMk/>
          <pc:sldMk cId="3323050125" sldId="293"/>
        </pc:sldMkLst>
        <pc:spChg chg="add mod">
          <ac:chgData name="Иветта Новикова" userId="e708aafe7de06156" providerId="LiveId" clId="{CA88BD23-6668-47FF-BAD4-47C21F49CBBB}" dt="2018-03-13T12:41:58.915" v="484" actId="14100"/>
          <ac:spMkLst>
            <pc:docMk/>
            <pc:sldMk cId="3323050125" sldId="293"/>
            <ac:spMk id="2" creationId="{78ED577C-DC41-4736-ABD8-E49B5974074C}"/>
          </ac:spMkLst>
        </pc:spChg>
        <pc:spChg chg="mod">
          <ac:chgData name="Иветта Новикова" userId="e708aafe7de06156" providerId="LiveId" clId="{CA88BD23-6668-47FF-BAD4-47C21F49CBBB}" dt="2018-03-13T12:40:56.064" v="473" actId="2711"/>
          <ac:spMkLst>
            <pc:docMk/>
            <pc:sldMk cId="3323050125" sldId="293"/>
            <ac:spMk id="17" creationId="{A7A7F3A2-0441-4957-9246-B67FD3B9831A}"/>
          </ac:spMkLst>
        </pc:spChg>
        <pc:spChg chg="mod">
          <ac:chgData name="Иветта Новикова" userId="e708aafe7de06156" providerId="LiveId" clId="{CA88BD23-6668-47FF-BAD4-47C21F49CBBB}" dt="2018-03-13T13:45:46.836" v="550" actId="20577"/>
          <ac:spMkLst>
            <pc:docMk/>
            <pc:sldMk cId="3323050125" sldId="293"/>
            <ac:spMk id="25" creationId="{1B5FB9BB-8AC8-4DA3-A6AE-70322A6CAFBB}"/>
          </ac:spMkLst>
        </pc:spChg>
        <pc:picChg chg="add mod ord">
          <ac:chgData name="Иветта Новикова" userId="e708aafe7de06156" providerId="LiveId" clId="{CA88BD23-6668-47FF-BAD4-47C21F49CBBB}" dt="2018-03-13T12:41:13.502" v="478" actId="167"/>
          <ac:picMkLst>
            <pc:docMk/>
            <pc:sldMk cId="3323050125" sldId="293"/>
            <ac:picMk id="8" creationId="{9948C3C5-E4A5-4411-A729-2139FDC1C7AA}"/>
          </ac:picMkLst>
        </pc:picChg>
        <pc:picChg chg="del">
          <ac:chgData name="Иветта Новикова" userId="e708aafe7de06156" providerId="LiveId" clId="{CA88BD23-6668-47FF-BAD4-47C21F49CBBB}" dt="2018-03-13T12:41:04.982" v="474" actId="478"/>
          <ac:picMkLst>
            <pc:docMk/>
            <pc:sldMk cId="3323050125" sldId="293"/>
            <ac:picMk id="26" creationId="{D45AB4C5-57A8-42E2-8947-A91260C20FE3}"/>
          </ac:picMkLst>
        </pc:picChg>
      </pc:sldChg>
      <pc:sldChg chg="delSp modSp add">
        <pc:chgData name="Иветта Новикова" userId="e708aafe7de06156" providerId="LiveId" clId="{CA88BD23-6668-47FF-BAD4-47C21F49CBBB}" dt="2018-03-13T12:44:32.632" v="509" actId="20577"/>
        <pc:sldMkLst>
          <pc:docMk/>
          <pc:sldMk cId="3978501569" sldId="294"/>
        </pc:sldMkLst>
        <pc:spChg chg="del">
          <ac:chgData name="Иветта Новикова" userId="e708aafe7de06156" providerId="LiveId" clId="{CA88BD23-6668-47FF-BAD4-47C21F49CBBB}" dt="2018-03-13T12:43:54.373" v="497" actId="478"/>
          <ac:spMkLst>
            <pc:docMk/>
            <pc:sldMk cId="3978501569" sldId="294"/>
            <ac:spMk id="2" creationId="{78ED577C-DC41-4736-ABD8-E49B5974074C}"/>
          </ac:spMkLst>
        </pc:spChg>
        <pc:spChg chg="del">
          <ac:chgData name="Иветта Новикова" userId="e708aafe7de06156" providerId="LiveId" clId="{CA88BD23-6668-47FF-BAD4-47C21F49CBBB}" dt="2018-03-13T12:44:08.709" v="500" actId="478"/>
          <ac:spMkLst>
            <pc:docMk/>
            <pc:sldMk cId="3978501569" sldId="294"/>
            <ac:spMk id="7" creationId="{B8D49263-0282-4412-B988-3CB2B05BE197}"/>
          </ac:spMkLst>
        </pc:spChg>
        <pc:spChg chg="mod">
          <ac:chgData name="Иветта Новикова" userId="e708aafe7de06156" providerId="LiveId" clId="{CA88BD23-6668-47FF-BAD4-47C21F49CBBB}" dt="2018-03-13T12:44:32.632" v="509" actId="20577"/>
          <ac:spMkLst>
            <pc:docMk/>
            <pc:sldMk cId="3978501569" sldId="294"/>
            <ac:spMk id="25" creationId="{1B5FB9BB-8AC8-4DA3-A6AE-70322A6CAFBB}"/>
          </ac:spMkLst>
        </pc:spChg>
      </pc:sldChg>
      <pc:sldChg chg="addSp delSp modSp add ord">
        <pc:chgData name="Иветта Новикова" userId="e708aafe7de06156" providerId="LiveId" clId="{CA88BD23-6668-47FF-BAD4-47C21F49CBBB}" dt="2018-03-13T12:46:15.590" v="530" actId="20577"/>
        <pc:sldMkLst>
          <pc:docMk/>
          <pc:sldMk cId="3476454264" sldId="295"/>
        </pc:sldMkLst>
        <pc:spChg chg="mod">
          <ac:chgData name="Иветта Новикова" userId="e708aafe7de06156" providerId="LiveId" clId="{CA88BD23-6668-47FF-BAD4-47C21F49CBBB}" dt="2018-03-13T12:45:33.156" v="522" actId="20577"/>
          <ac:spMkLst>
            <pc:docMk/>
            <pc:sldMk cId="3476454264" sldId="295"/>
            <ac:spMk id="2" creationId="{78ED577C-DC41-4736-ABD8-E49B5974074C}"/>
          </ac:spMkLst>
        </pc:spChg>
        <pc:spChg chg="mod">
          <ac:chgData name="Иветта Новикова" userId="e708aafe7de06156" providerId="LiveId" clId="{CA88BD23-6668-47FF-BAD4-47C21F49CBBB}" dt="2018-03-13T12:45:00.378" v="515" actId="14100"/>
          <ac:spMkLst>
            <pc:docMk/>
            <pc:sldMk cId="3476454264" sldId="295"/>
            <ac:spMk id="17" creationId="{A7A7F3A2-0441-4957-9246-B67FD3B9831A}"/>
          </ac:spMkLst>
        </pc:spChg>
        <pc:spChg chg="mod">
          <ac:chgData name="Иветта Новикова" userId="e708aafe7de06156" providerId="LiveId" clId="{CA88BD23-6668-47FF-BAD4-47C21F49CBBB}" dt="2018-03-13T12:46:15.590" v="530" actId="20577"/>
          <ac:spMkLst>
            <pc:docMk/>
            <pc:sldMk cId="3476454264" sldId="295"/>
            <ac:spMk id="25" creationId="{1B5FB9BB-8AC8-4DA3-A6AE-70322A6CAFBB}"/>
          </ac:spMkLst>
        </pc:spChg>
        <pc:picChg chg="del">
          <ac:chgData name="Иветта Новикова" userId="e708aafe7de06156" providerId="LiveId" clId="{CA88BD23-6668-47FF-BAD4-47C21F49CBBB}" dt="2018-03-13T12:45:11.666" v="516" actId="478"/>
          <ac:picMkLst>
            <pc:docMk/>
            <pc:sldMk cId="3476454264" sldId="295"/>
            <ac:picMk id="8" creationId="{9948C3C5-E4A5-4411-A729-2139FDC1C7AA}"/>
          </ac:picMkLst>
        </pc:picChg>
        <pc:picChg chg="add mod ord">
          <ac:chgData name="Иветта Новикова" userId="e708aafe7de06156" providerId="LiveId" clId="{CA88BD23-6668-47FF-BAD4-47C21F49CBBB}" dt="2018-03-13T12:45:23.137" v="521" actId="1076"/>
          <ac:picMkLst>
            <pc:docMk/>
            <pc:sldMk cId="3476454264" sldId="295"/>
            <ac:picMk id="9" creationId="{503F9A6E-8244-4641-B37D-733C79C8EE95}"/>
          </ac:picMkLst>
        </pc:picChg>
      </pc:sldChg>
      <pc:sldChg chg="delSp modSp add">
        <pc:chgData name="Иветта Новикова" userId="e708aafe7de06156" providerId="LiveId" clId="{CA88BD23-6668-47FF-BAD4-47C21F49CBBB}" dt="2018-03-13T12:47:25.398" v="545" actId="20577"/>
        <pc:sldMkLst>
          <pc:docMk/>
          <pc:sldMk cId="2918704771" sldId="296"/>
        </pc:sldMkLst>
        <pc:spChg chg="del">
          <ac:chgData name="Иветта Новикова" userId="e708aafe7de06156" providerId="LiveId" clId="{CA88BD23-6668-47FF-BAD4-47C21F49CBBB}" dt="2018-03-13T12:46:42.042" v="533" actId="478"/>
          <ac:spMkLst>
            <pc:docMk/>
            <pc:sldMk cId="2918704771" sldId="296"/>
            <ac:spMk id="2" creationId="{78ED577C-DC41-4736-ABD8-E49B5974074C}"/>
          </ac:spMkLst>
        </pc:spChg>
        <pc:spChg chg="mod">
          <ac:chgData name="Иветта Новикова" userId="e708aafe7de06156" providerId="LiveId" clId="{CA88BD23-6668-47FF-BAD4-47C21F49CBBB}" dt="2018-03-13T12:47:25.398" v="545" actId="20577"/>
          <ac:spMkLst>
            <pc:docMk/>
            <pc:sldMk cId="2918704771" sldId="296"/>
            <ac:spMk id="25" creationId="{1B5FB9BB-8AC8-4DA3-A6AE-70322A6CAFBB}"/>
          </ac:spMkLst>
        </pc:spChg>
      </pc:sldChg>
    </pc:docChg>
  </pc:docChgLst>
  <pc:docChgLst>
    <pc:chgData name="Иветта Новикова" userId="e708aafe7de06156" providerId="LiveId" clId="{4FC770F9-F480-4AA6-9400-B2EB5A7F5DE2}"/>
    <pc:docChg chg="undo modSld">
      <pc:chgData name="Иветта Новикова" userId="e708aafe7de06156" providerId="LiveId" clId="{4FC770F9-F480-4AA6-9400-B2EB5A7F5DE2}" dt="2018-03-15T14:09:42.638" v="63" actId="1076"/>
      <pc:docMkLst>
        <pc:docMk/>
      </pc:docMkLst>
      <pc:sldChg chg="modSp">
        <pc:chgData name="Иветта Новикова" userId="e708aafe7de06156" providerId="LiveId" clId="{4FC770F9-F480-4AA6-9400-B2EB5A7F5DE2}" dt="2018-03-15T14:05:42.030" v="4" actId="1076"/>
        <pc:sldMkLst>
          <pc:docMk/>
          <pc:sldMk cId="3400700245" sldId="283"/>
        </pc:sldMkLst>
        <pc:spChg chg="mod">
          <ac:chgData name="Иветта Новикова" userId="e708aafe7de06156" providerId="LiveId" clId="{4FC770F9-F480-4AA6-9400-B2EB5A7F5DE2}" dt="2018-03-15T14:05:42.030" v="4" actId="1076"/>
          <ac:spMkLst>
            <pc:docMk/>
            <pc:sldMk cId="3400700245" sldId="283"/>
            <ac:spMk id="25" creationId="{71E6B3F0-0B3F-42EF-9D04-803FA265EBBA}"/>
          </ac:spMkLst>
        </pc:spChg>
        <pc:grpChg chg="mod">
          <ac:chgData name="Иветта Новикова" userId="e708aafe7de06156" providerId="LiveId" clId="{4FC770F9-F480-4AA6-9400-B2EB5A7F5DE2}" dt="2018-03-15T14:05:35.708" v="2" actId="1076"/>
          <ac:grpSpMkLst>
            <pc:docMk/>
            <pc:sldMk cId="3400700245" sldId="283"/>
            <ac:grpSpMk id="9" creationId="{8AA72139-9CF9-478C-BF60-037AF1193525}"/>
          </ac:grpSpMkLst>
        </pc:grpChg>
      </pc:sldChg>
      <pc:sldChg chg="modSp">
        <pc:chgData name="Иветта Новикова" userId="e708aafe7de06156" providerId="LiveId" clId="{4FC770F9-F480-4AA6-9400-B2EB5A7F5DE2}" dt="2018-03-15T14:06:12.172" v="10" actId="1076"/>
        <pc:sldMkLst>
          <pc:docMk/>
          <pc:sldMk cId="1862054940" sldId="287"/>
        </pc:sldMkLst>
        <pc:spChg chg="mod">
          <ac:chgData name="Иветта Новикова" userId="e708aafe7de06156" providerId="LiveId" clId="{4FC770F9-F480-4AA6-9400-B2EB5A7F5DE2}" dt="2018-03-15T14:06:01.323" v="7" actId="1076"/>
          <ac:spMkLst>
            <pc:docMk/>
            <pc:sldMk cId="1862054940" sldId="287"/>
            <ac:spMk id="2" creationId="{532F018C-826A-4AF9-8A73-7B185DC9BC5F}"/>
          </ac:spMkLst>
        </pc:spChg>
        <pc:grpChg chg="mod">
          <ac:chgData name="Иветта Новикова" userId="e708aafe7de06156" providerId="LiveId" clId="{4FC770F9-F480-4AA6-9400-B2EB5A7F5DE2}" dt="2018-03-15T14:06:12.172" v="10" actId="1076"/>
          <ac:grpSpMkLst>
            <pc:docMk/>
            <pc:sldMk cId="1862054940" sldId="287"/>
            <ac:grpSpMk id="26" creationId="{9BEA3F9B-D241-4D3E-9CC1-8338A4866930}"/>
          </ac:grpSpMkLst>
        </pc:grpChg>
      </pc:sldChg>
      <pc:sldChg chg="modSp">
        <pc:chgData name="Иветта Новикова" userId="e708aafe7de06156" providerId="LiveId" clId="{4FC770F9-F480-4AA6-9400-B2EB5A7F5DE2}" dt="2018-03-15T14:06:41.140" v="15" actId="1076"/>
        <pc:sldMkLst>
          <pc:docMk/>
          <pc:sldMk cId="3048870661" sldId="289"/>
        </pc:sldMkLst>
        <pc:spChg chg="mod">
          <ac:chgData name="Иветта Новикова" userId="e708aafe7de06156" providerId="LiveId" clId="{4FC770F9-F480-4AA6-9400-B2EB5A7F5DE2}" dt="2018-03-15T14:06:37.621" v="14" actId="1076"/>
          <ac:spMkLst>
            <pc:docMk/>
            <pc:sldMk cId="3048870661" sldId="289"/>
            <ac:spMk id="2" creationId="{532F018C-826A-4AF9-8A73-7B185DC9BC5F}"/>
          </ac:spMkLst>
        </pc:spChg>
        <pc:grpChg chg="mod">
          <ac:chgData name="Иветта Новикова" userId="e708aafe7de06156" providerId="LiveId" clId="{4FC770F9-F480-4AA6-9400-B2EB5A7F5DE2}" dt="2018-03-15T14:06:41.140" v="15" actId="1076"/>
          <ac:grpSpMkLst>
            <pc:docMk/>
            <pc:sldMk cId="3048870661" sldId="289"/>
            <ac:grpSpMk id="14" creationId="{66594E38-316C-444E-BCDD-F4C36972F598}"/>
          </ac:grpSpMkLst>
        </pc:grpChg>
      </pc:sldChg>
      <pc:sldChg chg="addSp modSp">
        <pc:chgData name="Иветта Новикова" userId="e708aafe7de06156" providerId="LiveId" clId="{4FC770F9-F480-4AA6-9400-B2EB5A7F5DE2}" dt="2018-03-15T14:07:56.518" v="33"/>
        <pc:sldMkLst>
          <pc:docMk/>
          <pc:sldMk cId="2793923374" sldId="290"/>
        </pc:sldMkLst>
        <pc:spChg chg="add">
          <ac:chgData name="Иветта Новикова" userId="e708aafe7de06156" providerId="LiveId" clId="{4FC770F9-F480-4AA6-9400-B2EB5A7F5DE2}" dt="2018-03-15T14:07:56.518" v="33"/>
          <ac:spMkLst>
            <pc:docMk/>
            <pc:sldMk cId="2793923374" sldId="290"/>
            <ac:spMk id="7" creationId="{4E02AFE4-7D09-4ED5-A043-5468AC1880BF}"/>
          </ac:spMkLst>
        </pc:spChg>
        <pc:spChg chg="mod">
          <ac:chgData name="Иветта Новикова" userId="e708aafe7de06156" providerId="LiveId" clId="{4FC770F9-F480-4AA6-9400-B2EB5A7F5DE2}" dt="2018-03-15T14:07:44.776" v="28" actId="14100"/>
          <ac:spMkLst>
            <pc:docMk/>
            <pc:sldMk cId="2793923374" sldId="290"/>
            <ac:spMk id="17" creationId="{A7A7F3A2-0441-4957-9246-B67FD3B9831A}"/>
          </ac:spMkLst>
        </pc:spChg>
        <pc:spChg chg="mod">
          <ac:chgData name="Иветта Новикова" userId="e708aafe7de06156" providerId="LiveId" clId="{4FC770F9-F480-4AA6-9400-B2EB5A7F5DE2}" dt="2018-03-15T14:07:47.031" v="29" actId="1076"/>
          <ac:spMkLst>
            <pc:docMk/>
            <pc:sldMk cId="2793923374" sldId="290"/>
            <ac:spMk id="24" creationId="{820712AB-58BC-412D-8AB8-3ED21DC6148F}"/>
          </ac:spMkLst>
        </pc:spChg>
        <pc:spChg chg="mod">
          <ac:chgData name="Иветта Новикова" userId="e708aafe7de06156" providerId="LiveId" clId="{4FC770F9-F480-4AA6-9400-B2EB5A7F5DE2}" dt="2018-03-15T14:07:49.612" v="30" actId="1076"/>
          <ac:spMkLst>
            <pc:docMk/>
            <pc:sldMk cId="2793923374" sldId="290"/>
            <ac:spMk id="25" creationId="{1B5FB9BB-8AC8-4DA3-A6AE-70322A6CAFBB}"/>
          </ac:spMkLst>
        </pc:spChg>
        <pc:picChg chg="mod">
          <ac:chgData name="Иветта Новикова" userId="e708aafe7de06156" providerId="LiveId" clId="{4FC770F9-F480-4AA6-9400-B2EB5A7F5DE2}" dt="2018-03-15T14:07:53.118" v="32" actId="1076"/>
          <ac:picMkLst>
            <pc:docMk/>
            <pc:sldMk cId="2793923374" sldId="290"/>
            <ac:picMk id="26" creationId="{D45AB4C5-57A8-42E2-8947-A91260C20FE3}"/>
          </ac:picMkLst>
        </pc:picChg>
      </pc:sldChg>
      <pc:sldChg chg="modSp">
        <pc:chgData name="Иветта Новикова" userId="e708aafe7de06156" providerId="LiveId" clId="{4FC770F9-F480-4AA6-9400-B2EB5A7F5DE2}" dt="2018-03-15T14:07:14.704" v="24" actId="1076"/>
        <pc:sldMkLst>
          <pc:docMk/>
          <pc:sldMk cId="766255339" sldId="291"/>
        </pc:sldMkLst>
        <pc:spChg chg="mod">
          <ac:chgData name="Иветта Новикова" userId="e708aafe7de06156" providerId="LiveId" clId="{4FC770F9-F480-4AA6-9400-B2EB5A7F5DE2}" dt="2018-03-15T14:07:14.704" v="24" actId="1076"/>
          <ac:spMkLst>
            <pc:docMk/>
            <pc:sldMk cId="766255339" sldId="291"/>
            <ac:spMk id="15" creationId="{AA7CCE88-21B3-4A9C-9D28-4B6FB5C60A7C}"/>
          </ac:spMkLst>
        </pc:spChg>
        <pc:picChg chg="mod">
          <ac:chgData name="Иветта Новикова" userId="e708aafe7de06156" providerId="LiveId" clId="{4FC770F9-F480-4AA6-9400-B2EB5A7F5DE2}" dt="2018-03-15T14:06:49.726" v="17" actId="1076"/>
          <ac:picMkLst>
            <pc:docMk/>
            <pc:sldMk cId="766255339" sldId="291"/>
            <ac:picMk id="13" creationId="{90D26848-A27F-4D77-970A-E23E84E91F93}"/>
          </ac:picMkLst>
        </pc:picChg>
      </pc:sldChg>
      <pc:sldChg chg="modSp">
        <pc:chgData name="Иветта Новикова" userId="e708aafe7de06156" providerId="LiveId" clId="{4FC770F9-F480-4AA6-9400-B2EB5A7F5DE2}" dt="2018-03-15T14:08:13.671" v="37" actId="1076"/>
        <pc:sldMkLst>
          <pc:docMk/>
          <pc:sldMk cId="3145760434" sldId="292"/>
        </pc:sldMkLst>
        <pc:spChg chg="mod">
          <ac:chgData name="Иветта Новикова" userId="e708aafe7de06156" providerId="LiveId" clId="{4FC770F9-F480-4AA6-9400-B2EB5A7F5DE2}" dt="2018-03-15T14:08:09.422" v="35" actId="14100"/>
          <ac:spMkLst>
            <pc:docMk/>
            <pc:sldMk cId="3145760434" sldId="292"/>
            <ac:spMk id="17" creationId="{A7A7F3A2-0441-4957-9246-B67FD3B9831A}"/>
          </ac:spMkLst>
        </pc:spChg>
        <pc:spChg chg="mod">
          <ac:chgData name="Иветта Новикова" userId="e708aafe7de06156" providerId="LiveId" clId="{4FC770F9-F480-4AA6-9400-B2EB5A7F5DE2}" dt="2018-03-15T14:08:11.938" v="36" actId="1076"/>
          <ac:spMkLst>
            <pc:docMk/>
            <pc:sldMk cId="3145760434" sldId="292"/>
            <ac:spMk id="25" creationId="{1B5FB9BB-8AC8-4DA3-A6AE-70322A6CAFBB}"/>
          </ac:spMkLst>
        </pc:spChg>
        <pc:picChg chg="mod">
          <ac:chgData name="Иветта Новикова" userId="e708aafe7de06156" providerId="LiveId" clId="{4FC770F9-F480-4AA6-9400-B2EB5A7F5DE2}" dt="2018-03-15T14:08:13.671" v="37" actId="1076"/>
          <ac:picMkLst>
            <pc:docMk/>
            <pc:sldMk cId="3145760434" sldId="292"/>
            <ac:picMk id="26" creationId="{D45AB4C5-57A8-42E2-8947-A91260C20FE3}"/>
          </ac:picMkLst>
        </pc:picChg>
      </pc:sldChg>
      <pc:sldChg chg="modSp">
        <pc:chgData name="Иветта Новикова" userId="e708aafe7de06156" providerId="LiveId" clId="{4FC770F9-F480-4AA6-9400-B2EB5A7F5DE2}" dt="2018-03-15T14:08:44.700" v="45" actId="1076"/>
        <pc:sldMkLst>
          <pc:docMk/>
          <pc:sldMk cId="3323050125" sldId="293"/>
        </pc:sldMkLst>
        <pc:spChg chg="mod">
          <ac:chgData name="Иветта Новикова" userId="e708aafe7de06156" providerId="LiveId" clId="{4FC770F9-F480-4AA6-9400-B2EB5A7F5DE2}" dt="2018-03-15T14:08:36.760" v="43" actId="14100"/>
          <ac:spMkLst>
            <pc:docMk/>
            <pc:sldMk cId="3323050125" sldId="293"/>
            <ac:spMk id="2" creationId="{78ED577C-DC41-4736-ABD8-E49B5974074C}"/>
          </ac:spMkLst>
        </pc:spChg>
        <pc:spChg chg="mod">
          <ac:chgData name="Иветта Новикова" userId="e708aafe7de06156" providerId="LiveId" clId="{4FC770F9-F480-4AA6-9400-B2EB5A7F5DE2}" dt="2018-03-15T14:08:32.064" v="41" actId="1076"/>
          <ac:spMkLst>
            <pc:docMk/>
            <pc:sldMk cId="3323050125" sldId="293"/>
            <ac:spMk id="17" creationId="{A7A7F3A2-0441-4957-9246-B67FD3B9831A}"/>
          </ac:spMkLst>
        </pc:spChg>
        <pc:spChg chg="mod">
          <ac:chgData name="Иветта Новикова" userId="e708aafe7de06156" providerId="LiveId" clId="{4FC770F9-F480-4AA6-9400-B2EB5A7F5DE2}" dt="2018-03-15T14:08:40.613" v="44" actId="1076"/>
          <ac:spMkLst>
            <pc:docMk/>
            <pc:sldMk cId="3323050125" sldId="293"/>
            <ac:spMk id="25" creationId="{1B5FB9BB-8AC8-4DA3-A6AE-70322A6CAFBB}"/>
          </ac:spMkLst>
        </pc:spChg>
        <pc:picChg chg="mod">
          <ac:chgData name="Иветта Новикова" userId="e708aafe7de06156" providerId="LiveId" clId="{4FC770F9-F480-4AA6-9400-B2EB5A7F5DE2}" dt="2018-03-15T14:08:44.700" v="45" actId="1076"/>
          <ac:picMkLst>
            <pc:docMk/>
            <pc:sldMk cId="3323050125" sldId="293"/>
            <ac:picMk id="8" creationId="{9948C3C5-E4A5-4411-A729-2139FDC1C7AA}"/>
          </ac:picMkLst>
        </pc:picChg>
      </pc:sldChg>
      <pc:sldChg chg="addSp modSp">
        <pc:chgData name="Иветта Новикова" userId="e708aafe7de06156" providerId="LiveId" clId="{4FC770F9-F480-4AA6-9400-B2EB5A7F5DE2}" dt="2018-03-15T14:09:07.153" v="51"/>
        <pc:sldMkLst>
          <pc:docMk/>
          <pc:sldMk cId="3978501569" sldId="294"/>
        </pc:sldMkLst>
        <pc:spChg chg="add">
          <ac:chgData name="Иветта Новикова" userId="e708aafe7de06156" providerId="LiveId" clId="{4FC770F9-F480-4AA6-9400-B2EB5A7F5DE2}" dt="2018-03-15T14:09:07.153" v="51"/>
          <ac:spMkLst>
            <pc:docMk/>
            <pc:sldMk cId="3978501569" sldId="294"/>
            <ac:spMk id="6" creationId="{FB8A790F-6852-4F0F-B2EA-5E30D0F11F36}"/>
          </ac:spMkLst>
        </pc:spChg>
        <pc:spChg chg="mod">
          <ac:chgData name="Иветта Новикова" userId="e708aafe7de06156" providerId="LiveId" clId="{4FC770F9-F480-4AA6-9400-B2EB5A7F5DE2}" dt="2018-03-15T14:08:57.233" v="48" actId="1076"/>
          <ac:spMkLst>
            <pc:docMk/>
            <pc:sldMk cId="3978501569" sldId="294"/>
            <ac:spMk id="17" creationId="{A7A7F3A2-0441-4957-9246-B67FD3B9831A}"/>
          </ac:spMkLst>
        </pc:spChg>
        <pc:spChg chg="mod">
          <ac:chgData name="Иветта Новикова" userId="e708aafe7de06156" providerId="LiveId" clId="{4FC770F9-F480-4AA6-9400-B2EB5A7F5DE2}" dt="2018-03-15T14:09:00.187" v="49" actId="1076"/>
          <ac:spMkLst>
            <pc:docMk/>
            <pc:sldMk cId="3978501569" sldId="294"/>
            <ac:spMk id="25" creationId="{1B5FB9BB-8AC8-4DA3-A6AE-70322A6CAFBB}"/>
          </ac:spMkLst>
        </pc:spChg>
        <pc:picChg chg="mod">
          <ac:chgData name="Иветта Новикова" userId="e708aafe7de06156" providerId="LiveId" clId="{4FC770F9-F480-4AA6-9400-B2EB5A7F5DE2}" dt="2018-03-15T14:09:01.759" v="50" actId="1076"/>
          <ac:picMkLst>
            <pc:docMk/>
            <pc:sldMk cId="3978501569" sldId="294"/>
            <ac:picMk id="8" creationId="{9948C3C5-E4A5-4411-A729-2139FDC1C7AA}"/>
          </ac:picMkLst>
        </pc:picChg>
      </pc:sldChg>
      <pc:sldChg chg="modSp">
        <pc:chgData name="Иветта Новикова" userId="e708aafe7de06156" providerId="LiveId" clId="{4FC770F9-F480-4AA6-9400-B2EB5A7F5DE2}" dt="2018-03-15T14:09:27.728" v="58" actId="1076"/>
        <pc:sldMkLst>
          <pc:docMk/>
          <pc:sldMk cId="3476454264" sldId="295"/>
        </pc:sldMkLst>
        <pc:spChg chg="mod">
          <ac:chgData name="Иветта Новикова" userId="e708aafe7de06156" providerId="LiveId" clId="{4FC770F9-F480-4AA6-9400-B2EB5A7F5DE2}" dt="2018-03-15T14:09:23.175" v="56" actId="14100"/>
          <ac:spMkLst>
            <pc:docMk/>
            <pc:sldMk cId="3476454264" sldId="295"/>
            <ac:spMk id="2" creationId="{78ED577C-DC41-4736-ABD8-E49B5974074C}"/>
          </ac:spMkLst>
        </pc:spChg>
        <pc:spChg chg="mod">
          <ac:chgData name="Иветта Новикова" userId="e708aafe7de06156" providerId="LiveId" clId="{4FC770F9-F480-4AA6-9400-B2EB5A7F5DE2}" dt="2018-03-15T14:09:18.193" v="54" actId="1076"/>
          <ac:spMkLst>
            <pc:docMk/>
            <pc:sldMk cId="3476454264" sldId="295"/>
            <ac:spMk id="17" creationId="{A7A7F3A2-0441-4957-9246-B67FD3B9831A}"/>
          </ac:spMkLst>
        </pc:spChg>
        <pc:spChg chg="mod">
          <ac:chgData name="Иветта Новикова" userId="e708aafe7de06156" providerId="LiveId" clId="{4FC770F9-F480-4AA6-9400-B2EB5A7F5DE2}" dt="2018-03-15T14:09:25.997" v="57" actId="1076"/>
          <ac:spMkLst>
            <pc:docMk/>
            <pc:sldMk cId="3476454264" sldId="295"/>
            <ac:spMk id="25" creationId="{1B5FB9BB-8AC8-4DA3-A6AE-70322A6CAFBB}"/>
          </ac:spMkLst>
        </pc:spChg>
        <pc:picChg chg="mod">
          <ac:chgData name="Иветта Новикова" userId="e708aafe7de06156" providerId="LiveId" clId="{4FC770F9-F480-4AA6-9400-B2EB5A7F5DE2}" dt="2018-03-15T14:09:27.728" v="58" actId="1076"/>
          <ac:picMkLst>
            <pc:docMk/>
            <pc:sldMk cId="3476454264" sldId="295"/>
            <ac:picMk id="9" creationId="{503F9A6E-8244-4641-B37D-733C79C8EE95}"/>
          </ac:picMkLst>
        </pc:picChg>
      </pc:sldChg>
      <pc:sldChg chg="modSp">
        <pc:chgData name="Иветта Новикова" userId="e708aafe7de06156" providerId="LiveId" clId="{4FC770F9-F480-4AA6-9400-B2EB5A7F5DE2}" dt="2018-03-15T14:09:42.638" v="63" actId="1076"/>
        <pc:sldMkLst>
          <pc:docMk/>
          <pc:sldMk cId="2918704771" sldId="296"/>
        </pc:sldMkLst>
        <pc:spChg chg="mod">
          <ac:chgData name="Иветта Новикова" userId="e708aafe7de06156" providerId="LiveId" clId="{4FC770F9-F480-4AA6-9400-B2EB5A7F5DE2}" dt="2018-03-15T14:09:39.270" v="61" actId="1076"/>
          <ac:spMkLst>
            <pc:docMk/>
            <pc:sldMk cId="2918704771" sldId="296"/>
            <ac:spMk id="17" creationId="{A7A7F3A2-0441-4957-9246-B67FD3B9831A}"/>
          </ac:spMkLst>
        </pc:spChg>
        <pc:spChg chg="mod">
          <ac:chgData name="Иветта Новикова" userId="e708aafe7de06156" providerId="LiveId" clId="{4FC770F9-F480-4AA6-9400-B2EB5A7F5DE2}" dt="2018-03-15T14:09:41.186" v="62" actId="1076"/>
          <ac:spMkLst>
            <pc:docMk/>
            <pc:sldMk cId="2918704771" sldId="296"/>
            <ac:spMk id="25" creationId="{1B5FB9BB-8AC8-4DA3-A6AE-70322A6CAFBB}"/>
          </ac:spMkLst>
        </pc:spChg>
        <pc:picChg chg="mod">
          <ac:chgData name="Иветта Новикова" userId="e708aafe7de06156" providerId="LiveId" clId="{4FC770F9-F480-4AA6-9400-B2EB5A7F5DE2}" dt="2018-03-15T14:09:42.638" v="63" actId="1076"/>
          <ac:picMkLst>
            <pc:docMk/>
            <pc:sldMk cId="2918704771" sldId="296"/>
            <ac:picMk id="9" creationId="{503F9A6E-8244-4641-B37D-733C79C8EE9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56AD17-C8BE-0042-A047-B264E547F3F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0AB3A-EF41-3C43-86EF-13128BED826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11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6819E0F-225F-C541-871A-54388A02C30B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4AA47B5-E7FA-534C-AA3D-7D784D6490D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1071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4604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871247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831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5663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82306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758181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726034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8875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65024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413294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852093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957128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53228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859516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5848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9159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75622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270534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757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44026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3D7DDB2B-259B-EA43-A4C0-DB6E4A50F941}" type="datetimeFigureOut">
              <a:rPr lang="ru-RU" smtClean="0"/>
              <a:pPr/>
              <a:t>19.12.2018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/>
          <a:p>
            <a:fld id="{24AA8087-CD0B-F442-88FE-B6134DA680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0743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869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34" y="534213"/>
            <a:ext cx="1265494" cy="57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48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566EB60-5257-494F-9E72-845827F2B1F6}"/>
              </a:ext>
            </a:extLst>
          </p:cNvPr>
          <p:cNvSpPr txBox="1"/>
          <p:nvPr/>
        </p:nvSpPr>
        <p:spPr>
          <a:xfrm>
            <a:off x="1826918" y="4015023"/>
            <a:ext cx="5622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/>
              <a:t>Александр Осипов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1400" dirty="0"/>
              <a:t>финансовый директор </a:t>
            </a:r>
            <a:r>
              <a:rPr lang="ru-RU" sz="1400" dirty="0" smtClean="0"/>
              <a:t>группы </a:t>
            </a:r>
            <a:r>
              <a:rPr lang="ru-RU" sz="1400" dirty="0"/>
              <a:t>компаний ITI </a:t>
            </a:r>
            <a:r>
              <a:rPr lang="ru-RU" sz="1400" dirty="0" err="1"/>
              <a:t>Funds</a:t>
            </a:r>
            <a:endParaRPr lang="ru-RU" sz="1400" dirty="0">
              <a:highlight>
                <a:srgbClr val="FFFF00"/>
              </a:highlight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="" xmlns:a16="http://schemas.microsoft.com/office/drawing/2014/main" id="{64823E2A-C44A-42E2-B622-4E22EC2080D9}"/>
              </a:ext>
            </a:extLst>
          </p:cNvPr>
          <p:cNvSpPr/>
          <p:nvPr/>
        </p:nvSpPr>
        <p:spPr>
          <a:xfrm>
            <a:off x="7097802" y="523777"/>
            <a:ext cx="1392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CE1325"/>
                </a:solidFill>
              </a:rPr>
              <a:t>school.gd.ru</a:t>
            </a:r>
            <a:r>
              <a:rPr lang="ru-RU" dirty="0" smtClean="0">
                <a:solidFill>
                  <a:srgbClr val="CE1325"/>
                </a:solidFill>
              </a:rPr>
              <a:t> </a:t>
            </a:r>
            <a:endParaRPr lang="ru-RU" dirty="0">
              <a:solidFill>
                <a:srgbClr val="CE1325"/>
              </a:solidFill>
            </a:endParaRPr>
          </a:p>
        </p:txBody>
      </p:sp>
      <p:pic>
        <p:nvPicPr>
          <p:cNvPr id="10" name="Изображение 2">
            <a:extLst>
              <a:ext uri="{FF2B5EF4-FFF2-40B4-BE49-F238E27FC236}">
                <a16:creationId xmlns="" xmlns:a16="http://schemas.microsoft.com/office/drawing/2014/main" id="{3C266811-C323-46A5-8586-C0A0BD782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608" y="3451939"/>
            <a:ext cx="1060310" cy="1092935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="" xmlns:a16="http://schemas.microsoft.com/office/drawing/2014/main" id="{83B216AE-E002-4B69-8586-A1804C935C1E}"/>
              </a:ext>
            </a:extLst>
          </p:cNvPr>
          <p:cNvSpPr txBox="1">
            <a:spLocks/>
          </p:cNvSpPr>
          <p:nvPr/>
        </p:nvSpPr>
        <p:spPr>
          <a:xfrm>
            <a:off x="625683" y="1625989"/>
            <a:ext cx="7772400" cy="182595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91000"/>
              </a:lnSpc>
            </a:pPr>
            <a:r>
              <a:rPr lang="ru-RU" sz="3600" b="1" dirty="0"/>
              <a:t>Инструменты </a:t>
            </a:r>
            <a:r>
              <a:rPr lang="ru-RU" sz="3600" b="1" dirty="0" smtClean="0"/>
              <a:t>прогнозирования погашения дебиторской задолженности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xmlns="" val="316528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77512" y="1986427"/>
            <a:ext cx="7878915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 smtClean="0"/>
              <a:t>Какие задачи решает прогноз дебиторской задолженности</a:t>
            </a:r>
            <a:endParaRPr lang="ru-RU" sz="4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56243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83483" y="2032607"/>
            <a:ext cx="420849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 smtClean="0"/>
              <a:t>Принятие </a:t>
            </a:r>
            <a:r>
              <a:rPr lang="ru-RU" sz="1400" dirty="0"/>
              <a:t>решения о предоставлении скидки </a:t>
            </a:r>
            <a:r>
              <a:rPr lang="ru-RU" sz="1400" dirty="0" smtClean="0"/>
              <a:t>покупателю.</a:t>
            </a:r>
            <a:endParaRPr lang="ru-RU" sz="14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 smtClean="0"/>
              <a:t>Прогнозирование </a:t>
            </a:r>
            <a:r>
              <a:rPr lang="ru-RU" sz="1400" dirty="0"/>
              <a:t>движения денежных </a:t>
            </a:r>
            <a:r>
              <a:rPr lang="ru-RU" sz="1400" dirty="0" smtClean="0"/>
              <a:t>средств.</a:t>
            </a:r>
            <a:endParaRPr lang="ru-RU" sz="14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 smtClean="0"/>
              <a:t>Составление </a:t>
            </a:r>
            <a:r>
              <a:rPr lang="ru-RU" sz="1400" dirty="0"/>
              <a:t>финансовых </a:t>
            </a:r>
            <a:r>
              <a:rPr lang="ru-RU" sz="1400" dirty="0" smtClean="0"/>
              <a:t>моделей.</a:t>
            </a:r>
            <a:endParaRPr lang="ru-RU" sz="1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2329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+mj-lt"/>
              </a:rPr>
              <a:t>Цели прогнозирования дебиторской задолженности</a:t>
            </a:r>
          </a:p>
        </p:txBody>
      </p:sp>
    </p:spTree>
    <p:extLst>
      <p:ext uri="{BB962C8B-B14F-4D97-AF65-F5344CB8AC3E}">
        <p14:creationId xmlns:p14="http://schemas.microsoft.com/office/powerpoint/2010/main" xmlns="" val="3400700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408" y="1936016"/>
            <a:ext cx="427185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Прогноз </a:t>
            </a:r>
            <a:r>
              <a:rPr lang="ru-RU" sz="1000" dirty="0"/>
              <a:t>возврата </a:t>
            </a:r>
            <a:r>
              <a:rPr lang="ru-RU" sz="1000" dirty="0" err="1" smtClean="0"/>
              <a:t>дебиторки</a:t>
            </a:r>
            <a:r>
              <a:rPr lang="ru-RU" sz="1000" dirty="0" smtClean="0"/>
              <a:t> </a:t>
            </a:r>
            <a:r>
              <a:rPr lang="ru-RU" sz="1000" dirty="0"/>
              <a:t>перед принятием решения о поставке с отсрочкой </a:t>
            </a:r>
            <a:r>
              <a:rPr lang="ru-RU" sz="1000" dirty="0" smtClean="0"/>
              <a:t>платежа.</a:t>
            </a:r>
            <a:br>
              <a:rPr lang="ru-RU" sz="1000" dirty="0" smtClean="0"/>
            </a:br>
            <a:r>
              <a:rPr lang="ru-RU" sz="1000" dirty="0" smtClean="0"/>
              <a:t>Основные </a:t>
            </a:r>
            <a:r>
              <a:rPr lang="ru-RU" sz="1000" dirty="0"/>
              <a:t>задачи: оптимизировать рабочий капитал, снизить риски неоплаты.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Прогноз </a:t>
            </a:r>
            <a:r>
              <a:rPr lang="ru-RU" sz="1000" dirty="0"/>
              <a:t>возврата </a:t>
            </a:r>
            <a:r>
              <a:rPr lang="ru-RU" sz="1000" dirty="0" err="1" smtClean="0"/>
              <a:t>дебиторки</a:t>
            </a:r>
            <a:r>
              <a:rPr lang="ru-RU" sz="1000" dirty="0"/>
              <a:t> </a:t>
            </a:r>
            <a:r>
              <a:rPr lang="ru-RU" sz="1000" dirty="0" smtClean="0"/>
              <a:t>для </a:t>
            </a:r>
            <a:r>
              <a:rPr lang="ru-RU" sz="1000" dirty="0"/>
              <a:t>составления прогноза денежного </a:t>
            </a:r>
            <a:r>
              <a:rPr lang="ru-RU" sz="1000" dirty="0" smtClean="0"/>
              <a:t>потока.</a:t>
            </a:r>
            <a:br>
              <a:rPr lang="ru-RU" sz="1000" dirty="0" smtClean="0"/>
            </a:br>
            <a:r>
              <a:rPr lang="ru-RU" sz="1000" dirty="0" smtClean="0"/>
              <a:t>Основные задачи</a:t>
            </a:r>
            <a:r>
              <a:rPr lang="ru-RU" sz="1000" dirty="0"/>
              <a:t>: снизить риски кассовых разрывов, </a:t>
            </a:r>
            <a:r>
              <a:rPr lang="ru-RU" sz="1000" dirty="0" smtClean="0"/>
              <a:t>эффективно </a:t>
            </a:r>
            <a:r>
              <a:rPr lang="ru-RU" sz="1000" dirty="0"/>
              <a:t>управлять оборотным капиталом.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Прогноз </a:t>
            </a:r>
            <a:r>
              <a:rPr lang="ru-RU" sz="1000" dirty="0"/>
              <a:t>возврата </a:t>
            </a:r>
            <a:r>
              <a:rPr lang="ru-RU" sz="1000" dirty="0" err="1" smtClean="0"/>
              <a:t>дебиторки</a:t>
            </a:r>
            <a:r>
              <a:rPr lang="ru-RU" sz="1000" dirty="0" smtClean="0"/>
              <a:t> </a:t>
            </a:r>
            <a:r>
              <a:rPr lang="ru-RU" sz="1000" dirty="0"/>
              <a:t>для составления финансовых моделей</a:t>
            </a:r>
            <a:r>
              <a:rPr lang="ru-RU" sz="1000" dirty="0" smtClean="0"/>
              <a:t>.</a:t>
            </a:r>
            <a:br>
              <a:rPr lang="ru-RU" sz="1000" dirty="0" smtClean="0"/>
            </a:br>
            <a:r>
              <a:rPr lang="ru-RU" sz="1000" dirty="0" smtClean="0"/>
              <a:t>Основные задачи</a:t>
            </a:r>
            <a:r>
              <a:rPr lang="ru-RU" sz="1000" dirty="0"/>
              <a:t>: оценочные значения о рисках неоплаты </a:t>
            </a:r>
            <a:r>
              <a:rPr lang="ru-RU" sz="1000" dirty="0" err="1" smtClean="0"/>
              <a:t>дебиторки</a:t>
            </a:r>
            <a:r>
              <a:rPr lang="ru-RU" sz="1000" dirty="0" smtClean="0"/>
              <a:t> </a:t>
            </a:r>
            <a:r>
              <a:rPr lang="ru-RU" sz="1000" dirty="0"/>
              <a:t>для расчета возможностей компании по управлению оборотным капиталом и </a:t>
            </a:r>
            <a:r>
              <a:rPr lang="ru-RU" sz="1000" dirty="0" smtClean="0"/>
              <a:t>выявления потребности </a:t>
            </a:r>
            <a:r>
              <a:rPr lang="ru-RU" sz="1000" dirty="0"/>
              <a:t>в оборотных средствах.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2329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>
                <a:latin typeface="+mj-lt"/>
              </a:rPr>
              <a:t>Задачи прогнозирования </a:t>
            </a:r>
            <a:r>
              <a:rPr lang="ru-RU" b="1" dirty="0">
                <a:latin typeface="+mj-lt"/>
              </a:rPr>
              <a:t>дебиторской задолженности</a:t>
            </a:r>
          </a:p>
        </p:txBody>
      </p:sp>
    </p:spTree>
    <p:extLst>
      <p:ext uri="{BB962C8B-B14F-4D97-AF65-F5344CB8AC3E}">
        <p14:creationId xmlns:p14="http://schemas.microsoft.com/office/powerpoint/2010/main" xmlns="" val="2836052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645136"/>
            <a:ext cx="7878915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 smtClean="0"/>
              <a:t>Как прогнозировать возврат </a:t>
            </a:r>
            <a:r>
              <a:rPr lang="ru-RU" sz="4000" b="1" dirty="0" err="1" smtClean="0"/>
              <a:t>дебиторки</a:t>
            </a:r>
            <a:r>
              <a:rPr lang="ru-RU" sz="4000" b="1" dirty="0" smtClean="0"/>
              <a:t> для предоставления отсрочки</a:t>
            </a:r>
            <a:endParaRPr lang="ru-RU" sz="4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67571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408" y="1936016"/>
            <a:ext cx="4271851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Здравый </a:t>
            </a:r>
            <a:r>
              <a:rPr lang="ru-RU" sz="1000" dirty="0"/>
              <a:t>смысл, консерватизм и оценка сделки в </a:t>
            </a:r>
            <a:r>
              <a:rPr lang="ru-RU" sz="1000" dirty="0" smtClean="0"/>
              <a:t>комплексе.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Анализ истории </a:t>
            </a:r>
            <a:r>
              <a:rPr lang="ru-RU" sz="1000" dirty="0"/>
              <a:t>взаимоотношений с контрагентом (объем операций и платежная дисциплина, история изменения коммерческих условий). Источник данных – учетная и </a:t>
            </a:r>
            <a:r>
              <a:rPr lang="en-US" sz="1000" dirty="0" smtClean="0"/>
              <a:t>CRM</a:t>
            </a:r>
            <a:r>
              <a:rPr lang="ru-RU" sz="1000" dirty="0" smtClean="0"/>
              <a:t>-система компании.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Анализ </a:t>
            </a:r>
            <a:r>
              <a:rPr lang="ru-RU" sz="1000" dirty="0"/>
              <a:t>репутации и возможностей </a:t>
            </a:r>
            <a:r>
              <a:rPr lang="ru-RU" sz="1000" dirty="0" smtClean="0"/>
              <a:t>контрагента (</a:t>
            </a:r>
            <a:r>
              <a:rPr lang="ru-RU" sz="1000" dirty="0"/>
              <a:t>юридические лица группы, бенефициары, взаимоотношения с налоговой – </a:t>
            </a:r>
            <a:r>
              <a:rPr lang="en-US" sz="1000" dirty="0" err="1" smtClean="0"/>
              <a:t>nalog</a:t>
            </a:r>
            <a:r>
              <a:rPr lang="ru-RU" sz="1000" dirty="0"/>
              <a:t>.</a:t>
            </a:r>
            <a:r>
              <a:rPr lang="en-US" sz="1000" dirty="0" err="1"/>
              <a:t>ru</a:t>
            </a:r>
            <a:r>
              <a:rPr lang="ru-RU" sz="1000" dirty="0"/>
              <a:t>, арбитражные дела – </a:t>
            </a:r>
            <a:r>
              <a:rPr lang="en-US" sz="1000" dirty="0" err="1"/>
              <a:t>arbitr</a:t>
            </a:r>
            <a:r>
              <a:rPr lang="ru-RU" sz="1000" dirty="0"/>
              <a:t>.</a:t>
            </a:r>
            <a:r>
              <a:rPr lang="en-US" sz="1000" dirty="0" err="1" smtClean="0"/>
              <a:t>ru</a:t>
            </a:r>
            <a:r>
              <a:rPr lang="ru-RU" sz="1000" dirty="0"/>
              <a:t>,</a:t>
            </a:r>
            <a:r>
              <a:rPr lang="ru-RU" sz="1000" dirty="0" smtClean="0"/>
              <a:t> бизнес-модель</a:t>
            </a:r>
            <a:r>
              <a:rPr lang="ru-RU" sz="1000" dirty="0"/>
              <a:t>, продажи и т.п. – сайт компании, интернет-источники</a:t>
            </a:r>
            <a:r>
              <a:rPr lang="ru-RU" sz="1000" dirty="0" smtClean="0"/>
              <a:t>).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Анализ </a:t>
            </a:r>
            <a:r>
              <a:rPr lang="ru-RU" sz="1000" dirty="0"/>
              <a:t>возможностей компании по рабочему </a:t>
            </a:r>
            <a:r>
              <a:rPr lang="ru-RU" sz="1000" dirty="0" smtClean="0"/>
              <a:t>капиталу</a:t>
            </a:r>
            <a:r>
              <a:rPr lang="ru-RU" sz="1000" dirty="0"/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2329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>
                <a:latin typeface="+mj-lt"/>
              </a:rPr>
              <a:t>Принятие решения </a:t>
            </a:r>
            <a:r>
              <a:rPr lang="ru-RU" b="1" dirty="0">
                <a:latin typeface="+mj-lt"/>
              </a:rPr>
              <a:t>о предоставлении скидки покупателю</a:t>
            </a:r>
          </a:p>
        </p:txBody>
      </p:sp>
    </p:spTree>
    <p:extLst>
      <p:ext uri="{BB962C8B-B14F-4D97-AF65-F5344CB8AC3E}">
        <p14:creationId xmlns:p14="http://schemas.microsoft.com/office/powerpoint/2010/main" xmlns="" val="149875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407" y="1749273"/>
            <a:ext cx="427185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Не давайте контрагенту </a:t>
            </a:r>
            <a:r>
              <a:rPr lang="ru-RU" sz="1000" dirty="0"/>
              <a:t>отсрочку </a:t>
            </a:r>
            <a:r>
              <a:rPr lang="ru-RU" sz="1000" dirty="0" smtClean="0"/>
              <a:t>большую, чем </a:t>
            </a:r>
            <a:r>
              <a:rPr lang="ru-RU" sz="1000" dirty="0"/>
              <a:t>он может переварить (по сумме и срокам</a:t>
            </a:r>
            <a:r>
              <a:rPr lang="ru-RU" sz="1000" dirty="0" smtClean="0"/>
              <a:t>).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Не давайте контрагенту </a:t>
            </a:r>
            <a:r>
              <a:rPr lang="ru-RU" sz="1000" dirty="0"/>
              <a:t>в долг </a:t>
            </a:r>
            <a:r>
              <a:rPr lang="ru-RU" sz="1000" dirty="0" smtClean="0"/>
              <a:t>сумму, которую </a:t>
            </a:r>
            <a:r>
              <a:rPr lang="ru-RU" sz="1000" dirty="0"/>
              <a:t>он не сможет </a:t>
            </a:r>
            <a:r>
              <a:rPr lang="ru-RU" sz="1000" dirty="0" smtClean="0"/>
              <a:t>вернуть.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Не давайте новым </a:t>
            </a:r>
            <a:r>
              <a:rPr lang="ru-RU" sz="1000" dirty="0"/>
              <a:t>и непонятным контрагентам большие суммы в долг на большие </a:t>
            </a:r>
            <a:r>
              <a:rPr lang="ru-RU" sz="1000" dirty="0" smtClean="0"/>
              <a:t>сроки.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Создайте единую политику в </a:t>
            </a:r>
            <a:r>
              <a:rPr lang="ru-RU" sz="1000" dirty="0"/>
              <a:t>отношении кредитных </a:t>
            </a:r>
            <a:r>
              <a:rPr lang="ru-RU" sz="1000" dirty="0" smtClean="0"/>
              <a:t>лимитов.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Учитывайте, что рабочий </a:t>
            </a:r>
            <a:r>
              <a:rPr lang="ru-RU" sz="1000" dirty="0"/>
              <a:t>капитал компании не бесконечен – предоставляя отсрочки платежа </a:t>
            </a:r>
            <a:r>
              <a:rPr lang="ru-RU" sz="1000" dirty="0" smtClean="0"/>
              <a:t>компания </a:t>
            </a:r>
            <a:r>
              <a:rPr lang="ru-RU" sz="1000" dirty="0"/>
              <a:t>сама может попасть в кассовый разрыв. Отсрочки не должны превышать возможности компании по использованию рабочего </a:t>
            </a:r>
            <a:r>
              <a:rPr lang="ru-RU" sz="1000" dirty="0" smtClean="0"/>
              <a:t>капитала.</a:t>
            </a:r>
            <a:endParaRPr lang="ru-RU" sz="1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29087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+mj-lt"/>
              </a:rPr>
              <a:t>Что нужно принять во внимание</a:t>
            </a:r>
          </a:p>
        </p:txBody>
      </p:sp>
    </p:spTree>
    <p:extLst>
      <p:ext uri="{BB962C8B-B14F-4D97-AF65-F5344CB8AC3E}">
        <p14:creationId xmlns:p14="http://schemas.microsoft.com/office/powerpoint/2010/main" xmlns="" val="123824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632258"/>
            <a:ext cx="7878915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 smtClean="0"/>
              <a:t>Как прогнозировать </a:t>
            </a:r>
            <a:r>
              <a:rPr lang="ru-RU" sz="4000" b="1" dirty="0" err="1" smtClean="0"/>
              <a:t>дебиторку</a:t>
            </a:r>
            <a:r>
              <a:rPr lang="ru-RU" sz="4000" b="1" dirty="0" smtClean="0"/>
              <a:t> при управлении денежными потоками</a:t>
            </a:r>
            <a:endParaRPr lang="ru-RU" sz="4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701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408" y="1936016"/>
            <a:ext cx="427185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Здравый </a:t>
            </a:r>
            <a:r>
              <a:rPr lang="ru-RU" sz="1000" dirty="0"/>
              <a:t>смысл и консервативный </a:t>
            </a:r>
            <a:r>
              <a:rPr lang="ru-RU" sz="1000" dirty="0" smtClean="0"/>
              <a:t>подход.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Учетные </a:t>
            </a:r>
            <a:r>
              <a:rPr lang="ru-RU" sz="1000" dirty="0"/>
              <a:t>процедуры компании. Учетные процедуры компании должны позволять быстро и достоверно получать </a:t>
            </a:r>
            <a:r>
              <a:rPr lang="ru-RU" sz="1000" dirty="0" smtClean="0"/>
              <a:t>информацию, </a:t>
            </a:r>
            <a:r>
              <a:rPr lang="ru-RU" sz="1000" dirty="0"/>
              <a:t>необходимую для инвентаризации дебиторской </a:t>
            </a:r>
            <a:r>
              <a:rPr lang="ru-RU" sz="1000" dirty="0" smtClean="0"/>
              <a:t>задолженности.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Регулярная </a:t>
            </a:r>
            <a:r>
              <a:rPr lang="ru-RU" sz="1000" dirty="0"/>
              <a:t>инвентаризация дебиторской задолженности. Для формирования достоверного прогноза денежного потока нужно знать суммы дебиторской задолженности, сроки </a:t>
            </a:r>
            <a:r>
              <a:rPr lang="ru-RU" sz="1000" dirty="0" smtClean="0"/>
              <a:t>ее погашения</a:t>
            </a:r>
            <a:r>
              <a:rPr lang="ru-RU" sz="1000" dirty="0"/>
              <a:t>, дефолтную задолженность в разрезе </a:t>
            </a:r>
            <a:r>
              <a:rPr lang="ru-RU" sz="1000" dirty="0" smtClean="0"/>
              <a:t>контрагентов.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Формированию </a:t>
            </a:r>
            <a:r>
              <a:rPr lang="ru-RU" sz="1000" dirty="0"/>
              <a:t>достоверного прогноза возврата </a:t>
            </a:r>
            <a:r>
              <a:rPr lang="ru-RU" sz="1000" dirty="0" smtClean="0"/>
              <a:t>дебиторской задолженности </a:t>
            </a:r>
            <a:r>
              <a:rPr lang="ru-RU" sz="1000" dirty="0"/>
              <a:t>поможет вероятностный анализ – дебиторская задолженность взвешивается по вероятности ее погашения. </a:t>
            </a:r>
            <a:r>
              <a:rPr lang="ru-RU" sz="1000" dirty="0" smtClean="0"/>
              <a:t>Для дефолтной задолженности </a:t>
            </a:r>
            <a:r>
              <a:rPr lang="ru-RU" sz="1000" dirty="0"/>
              <a:t>вероятность погашения 0%.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23292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+mj-lt"/>
              </a:rPr>
              <a:t>Прогнозирование движения денежных средств</a:t>
            </a:r>
          </a:p>
        </p:txBody>
      </p:sp>
    </p:spTree>
    <p:extLst>
      <p:ext uri="{BB962C8B-B14F-4D97-AF65-F5344CB8AC3E}">
        <p14:creationId xmlns:p14="http://schemas.microsoft.com/office/powerpoint/2010/main" xmlns="" val="85669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406" y="2109201"/>
            <a:ext cx="4271851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/>
              <a:t>Встречные претензии.</a:t>
            </a:r>
            <a:endParaRPr lang="ru-RU" sz="12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/>
              <a:t>«Забывчивость».</a:t>
            </a:r>
            <a:endParaRPr lang="ru-RU" sz="12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/>
              <a:t>Отсутствие </a:t>
            </a:r>
            <a:r>
              <a:rPr lang="ru-RU" sz="1200" dirty="0"/>
              <a:t>необходимых </a:t>
            </a:r>
            <a:r>
              <a:rPr lang="ru-RU" sz="1200" dirty="0" smtClean="0"/>
              <a:t>документов.</a:t>
            </a:r>
            <a:endParaRPr lang="ru-RU" sz="1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29087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+mj-lt"/>
              </a:rPr>
              <a:t>Что </a:t>
            </a:r>
            <a:r>
              <a:rPr lang="ru-RU" b="1" dirty="0" smtClean="0">
                <a:latin typeface="+mj-lt"/>
              </a:rPr>
              <a:t>может помешать составить достоверный прогноз</a:t>
            </a:r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1566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583483" y="1761047"/>
            <a:ext cx="7878915" cy="417477"/>
          </a:xfrm>
        </p:spPr>
        <p:txBody>
          <a:bodyPr anchor="t">
            <a:noAutofit/>
          </a:bodyPr>
          <a:lstStyle/>
          <a:p>
            <a:pPr marL="0" indent="0" algn="l"/>
            <a:r>
              <a:rPr lang="ru-RU" sz="4000" b="1" dirty="0" smtClean="0"/>
              <a:t>Как прогнозировать возврат </a:t>
            </a:r>
            <a:r>
              <a:rPr lang="ru-RU" sz="4000" b="1" dirty="0" err="1" smtClean="0"/>
              <a:t>дебиторки</a:t>
            </a:r>
            <a:r>
              <a:rPr lang="ru-RU" sz="4000" b="1" dirty="0" smtClean="0"/>
              <a:t> при подготовке бюджетов</a:t>
            </a:r>
            <a:endParaRPr lang="ru-RU" sz="4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2902F4ED-CBF4-4160-9402-4D5CE2B437FE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8765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409" y="1936016"/>
            <a:ext cx="41495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Здравый </a:t>
            </a:r>
            <a:r>
              <a:rPr lang="ru-RU" sz="1000" dirty="0"/>
              <a:t>смысл и консервативный </a:t>
            </a:r>
            <a:r>
              <a:rPr lang="ru-RU" sz="1000" dirty="0" smtClean="0"/>
              <a:t>подход.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Оборачиваемость </a:t>
            </a:r>
            <a:r>
              <a:rPr lang="ru-RU" sz="1000" dirty="0"/>
              <a:t>дебиторской </a:t>
            </a:r>
            <a:r>
              <a:rPr lang="ru-RU" sz="1000" dirty="0" smtClean="0"/>
              <a:t>задолженности</a:t>
            </a:r>
            <a:br>
              <a:rPr lang="ru-RU" sz="1000" dirty="0" smtClean="0"/>
            </a:br>
            <a:r>
              <a:rPr lang="ru-RU" sz="1000" dirty="0" smtClean="0"/>
              <a:t>(</a:t>
            </a:r>
            <a:r>
              <a:rPr lang="ru-RU" sz="1000" dirty="0"/>
              <a:t>Выручка от </a:t>
            </a:r>
            <a:r>
              <a:rPr lang="ru-RU" sz="1000" dirty="0" smtClean="0"/>
              <a:t>реализации/Остаток </a:t>
            </a:r>
            <a:r>
              <a:rPr lang="ru-RU" sz="1000" dirty="0"/>
              <a:t>дебиторской задолженности</a:t>
            </a:r>
            <a:r>
              <a:rPr lang="ru-RU" sz="1000" dirty="0" smtClean="0"/>
              <a:t>).</a:t>
            </a:r>
            <a:endParaRPr lang="ru-RU" sz="10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00" dirty="0" smtClean="0"/>
              <a:t>Сроки </a:t>
            </a:r>
            <a:r>
              <a:rPr lang="ru-RU" sz="1000" dirty="0"/>
              <a:t>погашения и дефолты по различным каналам </a:t>
            </a:r>
            <a:r>
              <a:rPr lang="ru-RU" sz="1000" dirty="0" smtClean="0"/>
              <a:t>сбыта.</a:t>
            </a:r>
            <a:br>
              <a:rPr lang="ru-RU" sz="1000" dirty="0" smtClean="0"/>
            </a:br>
            <a:r>
              <a:rPr lang="ru-RU" sz="1000" dirty="0" smtClean="0"/>
              <a:t>Основа прогноза – % дефолта.</a:t>
            </a:r>
            <a:endParaRPr lang="ru-RU" sz="1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35527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>
                <a:latin typeface="+mj-lt"/>
              </a:rPr>
              <a:t>Создание финансовых моделей</a:t>
            </a:r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656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азвание 1"/>
          <p:cNvSpPr txBox="1">
            <a:spLocks/>
          </p:cNvSpPr>
          <p:nvPr/>
        </p:nvSpPr>
        <p:spPr>
          <a:xfrm>
            <a:off x="1435183" y="2124333"/>
            <a:ext cx="6873140" cy="2475465"/>
          </a:xfrm>
          <a:prstGeom prst="rect">
            <a:avLst/>
          </a:prstGeom>
        </p:spPr>
        <p:txBody>
          <a:bodyPr lIns="108000" rIns="10800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16000" indent="-216000" algn="l">
              <a:spcAft>
                <a:spcPts val="300"/>
              </a:spcAft>
              <a:buFont typeface="Wingdings" charset="2"/>
              <a:buChar char="§"/>
            </a:pPr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7C709758-DE55-47AE-B413-6FB3887427AC}"/>
              </a:ext>
            </a:extLst>
          </p:cNvPr>
          <p:cNvSpPr/>
          <p:nvPr/>
        </p:nvSpPr>
        <p:spPr>
          <a:xfrm>
            <a:off x="583483" y="4287851"/>
            <a:ext cx="5030508" cy="386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ru-RU" sz="1000" dirty="0"/>
              <a:t>Инструменты прогнозирования погашения дебиторской задолженности</a:t>
            </a:r>
          </a:p>
          <a:p>
            <a:r>
              <a:rPr lang="en-US" sz="1000" dirty="0" smtClean="0">
                <a:solidFill>
                  <a:srgbClr val="CE1325"/>
                </a:solidFill>
              </a:rPr>
              <a:t>school.gd.ru</a:t>
            </a:r>
            <a:endParaRPr lang="ru-RU" sz="1000" dirty="0">
              <a:solidFill>
                <a:srgbClr val="CE1325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38407" y="1812987"/>
            <a:ext cx="427185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/>
              <a:t>Имеет </a:t>
            </a:r>
            <a:r>
              <a:rPr lang="ru-RU" sz="1200" dirty="0"/>
              <a:t>смысл анализировать показатели </a:t>
            </a:r>
            <a:r>
              <a:rPr lang="ru-RU" sz="1200" dirty="0" smtClean="0"/>
              <a:t>более чем за 2 года </a:t>
            </a:r>
            <a:r>
              <a:rPr lang="ru-RU" sz="1200" dirty="0"/>
              <a:t>– так как бизнес-среда </a:t>
            </a:r>
            <a:r>
              <a:rPr lang="ru-RU" sz="1200" dirty="0" smtClean="0"/>
              <a:t>сильно </a:t>
            </a:r>
            <a:r>
              <a:rPr lang="ru-RU" sz="1200" dirty="0"/>
              <a:t>меняется. </a:t>
            </a:r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/>
              <a:t>При </a:t>
            </a:r>
            <a:r>
              <a:rPr lang="ru-RU" sz="1200" dirty="0"/>
              <a:t>составлении помесячных прогнозов имеет смысл учитывать </a:t>
            </a:r>
            <a:r>
              <a:rPr lang="ru-RU" sz="1200" dirty="0" smtClean="0"/>
              <a:t>сезонность.</a:t>
            </a:r>
            <a:endParaRPr lang="ru-RU" sz="12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/>
              <a:t>Для </a:t>
            </a:r>
            <a:r>
              <a:rPr lang="ru-RU" sz="1200" dirty="0"/>
              <a:t>построения достоверных оценочных значений нужно исключать экстремальные значения (особенно необъяснимые или носящие разовый характер</a:t>
            </a:r>
            <a:r>
              <a:rPr lang="ru-RU" sz="1200" dirty="0" smtClean="0"/>
              <a:t>).</a:t>
            </a:r>
            <a:endParaRPr lang="ru-RU" sz="1200" dirty="0"/>
          </a:p>
          <a:p>
            <a:pPr marL="18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smtClean="0"/>
              <a:t>Источником </a:t>
            </a:r>
            <a:r>
              <a:rPr lang="ru-RU" sz="1200" dirty="0"/>
              <a:t>прогноза должен быть исключительно менеджмент – финансовая служба </a:t>
            </a:r>
            <a:r>
              <a:rPr lang="ru-RU" sz="1200" dirty="0" err="1"/>
              <a:t>модерирует</a:t>
            </a:r>
            <a:r>
              <a:rPr lang="ru-RU" sz="1200" dirty="0"/>
              <a:t> процесс и помогает </a:t>
            </a:r>
            <a:r>
              <a:rPr lang="ru-RU" sz="1200" dirty="0" smtClean="0"/>
              <a:t>ему.</a:t>
            </a:r>
            <a:endParaRPr lang="ru-RU" sz="1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38407" y="1290877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smtClean="0">
                <a:latin typeface="+mj-lt"/>
              </a:rPr>
              <a:t>Что нужно учесть</a:t>
            </a:r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6741573"/>
      </p:ext>
    </p:extLst>
  </p:cSld>
  <p:clrMapOvr>
    <a:masterClrMapping/>
  </p:clrMapOvr>
</p:sld>
</file>

<file path=ppt/theme/theme1.xml><?xml version="1.0" encoding="utf-8"?>
<a:theme xmlns:a="http://schemas.openxmlformats.org/drawingml/2006/main" name="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hfd_videolessons_23 01 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shfd_videolessons_23 01 18.thmx</Template>
  <TotalTime>906</TotalTime>
  <Words>489</Words>
  <Application>Microsoft Office PowerPoint</Application>
  <PresentationFormat>Экран (16:9)</PresentationFormat>
  <Paragraphs>68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shfd_videolessons_23 01 18</vt:lpstr>
      <vt:lpstr>Специальное оформление</vt:lpstr>
      <vt:lpstr>1_shfd_videolessons_23 01 18</vt:lpstr>
      <vt:lpstr>1_Специальное оформление</vt:lpstr>
      <vt:lpstr>Слайд 1</vt:lpstr>
      <vt:lpstr>Какие задачи решает прогноз дебиторской задолженности</vt:lpstr>
      <vt:lpstr>Слайд 3</vt:lpstr>
      <vt:lpstr>Слайд 4</vt:lpstr>
      <vt:lpstr>Как прогнозировать возврат дебиторки для предоставления отсрочки</vt:lpstr>
      <vt:lpstr>Слайд 6</vt:lpstr>
      <vt:lpstr>Слайд 7</vt:lpstr>
      <vt:lpstr>Как прогнозировать дебиторку при управлении денежными потоками</vt:lpstr>
      <vt:lpstr>Слайд 9</vt:lpstr>
      <vt:lpstr>Слайд 10</vt:lpstr>
      <vt:lpstr>Как прогнозировать возврат дебиторки при подготовке бюджетов</vt:lpstr>
      <vt:lpstr>Слайд 12</vt:lpstr>
      <vt:lpstr>Слайд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Эксклюзив от ФНС:  как заполнять счета-фактуры  и регистры учета после 1 октября</dc:title>
  <dc:creator>User</dc:creator>
  <cp:lastModifiedBy>Натали</cp:lastModifiedBy>
  <cp:revision>55</cp:revision>
  <dcterms:created xsi:type="dcterms:W3CDTF">2018-01-12T10:39:47Z</dcterms:created>
  <dcterms:modified xsi:type="dcterms:W3CDTF">2018-12-19T08:56:07Z</dcterms:modified>
</cp:coreProperties>
</file>