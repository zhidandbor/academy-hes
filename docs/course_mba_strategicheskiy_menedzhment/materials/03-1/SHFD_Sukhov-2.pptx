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44"/>
  </p:notes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838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34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1DDD99BC-1B1C-4B7E-BD71-48C89F26EB09}"/>
    <pc:docChg chg="undo custSel addSld delSld modSld sldOrd">
      <pc:chgData name="Иветта Новикова" userId="e708aafe7de06156" providerId="LiveId" clId="{1DDD99BC-1B1C-4B7E-BD71-48C89F26EB09}" dt="2018-03-10T11:27:32.302" v="1101" actId="20577"/>
      <pc:docMkLst>
        <pc:docMk/>
      </pc:docMkLst>
      <pc:sldChg chg="modSp">
        <pc:chgData name="Иветта Новикова" userId="e708aafe7de06156" providerId="LiveId" clId="{1DDD99BC-1B1C-4B7E-BD71-48C89F26EB09}" dt="2018-03-10T09:22:44.777" v="493" actId="20577"/>
        <pc:sldMkLst>
          <pc:docMk/>
          <pc:sldMk cId="1145419099" sldId="260"/>
        </pc:sldMkLst>
        <pc:spChg chg="mod">
          <ac:chgData name="Иветта Новикова" userId="e708aafe7de06156" providerId="LiveId" clId="{1DDD99BC-1B1C-4B7E-BD71-48C89F26EB09}" dt="2018-03-10T09:22:44.777" v="493" actId="20577"/>
          <ac:spMkLst>
            <pc:docMk/>
            <pc:sldMk cId="1145419099" sldId="260"/>
            <ac:spMk id="2" creationId="{00000000-0000-0000-0000-000000000000}"/>
          </ac:spMkLst>
        </pc:spChg>
      </pc:sldChg>
      <pc:sldChg chg="addSp delSp modSp add">
        <pc:chgData name="Иветта Новикова" userId="e708aafe7de06156" providerId="LiveId" clId="{1DDD99BC-1B1C-4B7E-BD71-48C89F26EB09}" dt="2018-03-10T09:59:10.013" v="1016" actId="948"/>
        <pc:sldMkLst>
          <pc:docMk/>
          <pc:sldMk cId="2560640033" sldId="261"/>
        </pc:sldMkLst>
        <pc:spChg chg="del mod">
          <ac:chgData name="Иветта Новикова" userId="e708aafe7de06156" providerId="LiveId" clId="{1DDD99BC-1B1C-4B7E-BD71-48C89F26EB09}" dt="2018-03-10T09:05:02.789" v="75" actId="478"/>
          <ac:spMkLst>
            <pc:docMk/>
            <pc:sldMk cId="2560640033" sldId="261"/>
            <ac:spMk id="2" creationId="{00000000-0000-0000-0000-000000000000}"/>
          </ac:spMkLst>
        </pc:spChg>
        <pc:spChg chg="mod">
          <ac:chgData name="Иветта Новикова" userId="e708aafe7de06156" providerId="LiveId" clId="{1DDD99BC-1B1C-4B7E-BD71-48C89F26EB09}" dt="2018-03-10T09:59:10.013" v="1016" actId="948"/>
          <ac:spMkLst>
            <pc:docMk/>
            <pc:sldMk cId="2560640033" sldId="261"/>
            <ac:spMk id="3" creationId="{00000000-0000-0000-0000-000000000000}"/>
          </ac:spMkLst>
        </pc:spChg>
        <pc:spChg chg="add">
          <ac:chgData name="Иветта Новикова" userId="e708aafe7de06156" providerId="LiveId" clId="{1DDD99BC-1B1C-4B7E-BD71-48C89F26EB09}" dt="2018-03-10T09:04:02.272" v="66"/>
          <ac:spMkLst>
            <pc:docMk/>
            <pc:sldMk cId="2560640033" sldId="261"/>
            <ac:spMk id="4" creationId="{79CD2642-A1A7-4D3B-B64D-3E880AA4BB9B}"/>
          </ac:spMkLst>
        </pc:spChg>
      </pc:sldChg>
      <pc:sldChg chg="del">
        <pc:chgData name="Иветта Новикова" userId="e708aafe7de06156" providerId="LiveId" clId="{1DDD99BC-1B1C-4B7E-BD71-48C89F26EB09}" dt="2018-03-10T09:02:58.736" v="0" actId="2696"/>
        <pc:sldMkLst>
          <pc:docMk/>
          <pc:sldMk cId="3165284890" sldId="261"/>
        </pc:sldMkLst>
      </pc:sldChg>
      <pc:sldChg chg="del">
        <pc:chgData name="Иветта Новикова" userId="e708aafe7de06156" providerId="LiveId" clId="{1DDD99BC-1B1C-4B7E-BD71-48C89F26EB09}" dt="2018-03-10T09:02:58.755" v="1" actId="2696"/>
        <pc:sldMkLst>
          <pc:docMk/>
          <pc:sldMk cId="1287334752" sldId="262"/>
        </pc:sldMkLst>
      </pc:sldChg>
      <pc:sldChg chg="addSp delSp modSp add">
        <pc:chgData name="Иветта Новикова" userId="e708aafe7de06156" providerId="LiveId" clId="{1DDD99BC-1B1C-4B7E-BD71-48C89F26EB09}" dt="2018-03-10T10:33:07.962" v="1096" actId="1076"/>
        <pc:sldMkLst>
          <pc:docMk/>
          <pc:sldMk cId="2677393914" sldId="262"/>
        </pc:sldMkLst>
        <pc:spChg chg="add mod">
          <ac:chgData name="Иветта Новикова" userId="e708aafe7de06156" providerId="LiveId" clId="{1DDD99BC-1B1C-4B7E-BD71-48C89F26EB09}" dt="2018-03-10T10:33:07.962" v="1096" actId="1076"/>
          <ac:spMkLst>
            <pc:docMk/>
            <pc:sldMk cId="2677393914" sldId="262"/>
            <ac:spMk id="2" creationId="{F8180FFE-9B0C-4A4E-B19F-7614FC7FDD90}"/>
          </ac:spMkLst>
        </pc:spChg>
        <pc:spChg chg="del mod">
          <ac:chgData name="Иветта Новикова" userId="e708aafe7de06156" providerId="LiveId" clId="{1DDD99BC-1B1C-4B7E-BD71-48C89F26EB09}" dt="2018-03-10T09:05:30.233" v="80" actId="478"/>
          <ac:spMkLst>
            <pc:docMk/>
            <pc:sldMk cId="2677393914" sldId="262"/>
            <ac:spMk id="3" creationId="{00000000-0000-0000-0000-000000000000}"/>
          </ac:spMkLst>
        </pc:spChg>
        <pc:spChg chg="add del mod">
          <ac:chgData name="Иветта Новикова" userId="e708aafe7de06156" providerId="LiveId" clId="{1DDD99BC-1B1C-4B7E-BD71-48C89F26EB09}" dt="2018-03-10T09:05:32.011" v="81" actId="478"/>
          <ac:spMkLst>
            <pc:docMk/>
            <pc:sldMk cId="2677393914" sldId="262"/>
            <ac:spMk id="6" creationId="{3FFEEEC3-5DD5-4A33-8214-941E5BC1AD92}"/>
          </ac:spMkLst>
        </pc:spChg>
        <pc:spChg chg="add mod">
          <ac:chgData name="Иветта Новикова" userId="e708aafe7de06156" providerId="LiveId" clId="{1DDD99BC-1B1C-4B7E-BD71-48C89F26EB09}" dt="2018-03-10T09:59:18.716" v="1017" actId="948"/>
          <ac:spMkLst>
            <pc:docMk/>
            <pc:sldMk cId="2677393914" sldId="262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58" v="2" actId="2696"/>
        <pc:sldMkLst>
          <pc:docMk/>
          <pc:sldMk cId="1899561831" sldId="263"/>
        </pc:sldMkLst>
      </pc:sldChg>
      <pc:sldChg chg="modSp add">
        <pc:chgData name="Иветта Новикова" userId="e708aafe7de06156" providerId="LiveId" clId="{1DDD99BC-1B1C-4B7E-BD71-48C89F26EB09}" dt="2018-03-10T09:59:26.537" v="1018" actId="948"/>
        <pc:sldMkLst>
          <pc:docMk/>
          <pc:sldMk cId="2598258565" sldId="263"/>
        </pc:sldMkLst>
        <pc:spChg chg="mod">
          <ac:chgData name="Иветта Новикова" userId="e708aafe7de06156" providerId="LiveId" clId="{1DDD99BC-1B1C-4B7E-BD71-48C89F26EB09}" dt="2018-03-10T09:59:26.537" v="1018" actId="948"/>
          <ac:spMkLst>
            <pc:docMk/>
            <pc:sldMk cId="2598258565" sldId="263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74" v="3" actId="2696"/>
        <pc:sldMkLst>
          <pc:docMk/>
          <pc:sldMk cId="645587093" sldId="264"/>
        </pc:sldMkLst>
      </pc:sldChg>
      <pc:sldChg chg="modSp add">
        <pc:chgData name="Иветта Новикова" userId="e708aafe7de06156" providerId="LiveId" clId="{1DDD99BC-1B1C-4B7E-BD71-48C89F26EB09}" dt="2018-03-10T09:59:37.823" v="1019" actId="948"/>
        <pc:sldMkLst>
          <pc:docMk/>
          <pc:sldMk cId="1231186473" sldId="264"/>
        </pc:sldMkLst>
        <pc:spChg chg="mod">
          <ac:chgData name="Иветта Новикова" userId="e708aafe7de06156" providerId="LiveId" clId="{1DDD99BC-1B1C-4B7E-BD71-48C89F26EB09}" dt="2018-03-10T09:09:36.339" v="123" actId="14100"/>
          <ac:spMkLst>
            <pc:docMk/>
            <pc:sldMk cId="1231186473" sldId="264"/>
            <ac:spMk id="2" creationId="{F8180FFE-9B0C-4A4E-B19F-7614FC7FDD90}"/>
          </ac:spMkLst>
        </pc:spChg>
        <pc:spChg chg="mod">
          <ac:chgData name="Иветта Новикова" userId="e708aafe7de06156" providerId="LiveId" clId="{1DDD99BC-1B1C-4B7E-BD71-48C89F26EB09}" dt="2018-03-10T09:59:37.823" v="1019" actId="948"/>
          <ac:spMkLst>
            <pc:docMk/>
            <pc:sldMk cId="1231186473" sldId="264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790" v="4" actId="2696"/>
        <pc:sldMkLst>
          <pc:docMk/>
          <pc:sldMk cId="1320803850" sldId="265"/>
        </pc:sldMkLst>
      </pc:sldChg>
      <pc:sldChg chg="modSp add">
        <pc:chgData name="Иветта Новикова" userId="e708aafe7de06156" providerId="LiveId" clId="{1DDD99BC-1B1C-4B7E-BD71-48C89F26EB09}" dt="2018-03-10T09:59:51.650" v="1020" actId="948"/>
        <pc:sldMkLst>
          <pc:docMk/>
          <pc:sldMk cId="1947955543" sldId="265"/>
        </pc:sldMkLst>
        <pc:spChg chg="mod">
          <ac:chgData name="Иветта Новикова" userId="e708aafe7de06156" providerId="LiveId" clId="{1DDD99BC-1B1C-4B7E-BD71-48C89F26EB09}" dt="2018-03-10T09:59:51.650" v="1020" actId="948"/>
          <ac:spMkLst>
            <pc:docMk/>
            <pc:sldMk cId="1947955543" sldId="265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805" v="5" actId="2696"/>
        <pc:sldMkLst>
          <pc:docMk/>
          <pc:sldMk cId="877530983" sldId="266"/>
        </pc:sldMkLst>
      </pc:sldChg>
      <pc:sldChg chg="modSp add">
        <pc:chgData name="Иветта Новикова" userId="e708aafe7de06156" providerId="LiveId" clId="{1DDD99BC-1B1C-4B7E-BD71-48C89F26EB09}" dt="2018-03-10T10:00:06.711" v="1022" actId="948"/>
        <pc:sldMkLst>
          <pc:docMk/>
          <pc:sldMk cId="4159713519" sldId="266"/>
        </pc:sldMkLst>
        <pc:spChg chg="mod">
          <ac:chgData name="Иветта Новикова" userId="e708aafe7de06156" providerId="LiveId" clId="{1DDD99BC-1B1C-4B7E-BD71-48C89F26EB09}" dt="2018-03-10T10:00:06.711" v="1022" actId="948"/>
          <ac:spMkLst>
            <pc:docMk/>
            <pc:sldMk cId="4159713519" sldId="266"/>
            <ac:spMk id="7" creationId="{8D78E539-F747-4A6D-A7AC-13799BCD197C}"/>
          </ac:spMkLst>
        </pc:spChg>
      </pc:sldChg>
      <pc:sldChg chg="modSp add">
        <pc:chgData name="Иветта Новикова" userId="e708aafe7de06156" providerId="LiveId" clId="{1DDD99BC-1B1C-4B7E-BD71-48C89F26EB09}" dt="2018-03-10T10:00:21.516" v="1023" actId="948"/>
        <pc:sldMkLst>
          <pc:docMk/>
          <pc:sldMk cId="867345316" sldId="267"/>
        </pc:sldMkLst>
        <pc:spChg chg="mod">
          <ac:chgData name="Иветта Новикова" userId="e708aafe7de06156" providerId="LiveId" clId="{1DDD99BC-1B1C-4B7E-BD71-48C89F26EB09}" dt="2018-03-10T10:00:21.516" v="1023" actId="948"/>
          <ac:spMkLst>
            <pc:docMk/>
            <pc:sldMk cId="867345316" sldId="267"/>
            <ac:spMk id="7" creationId="{8D78E539-F747-4A6D-A7AC-13799BCD197C}"/>
          </ac:spMkLst>
        </pc:spChg>
      </pc:sldChg>
      <pc:sldChg chg="del">
        <pc:chgData name="Иветта Новикова" userId="e708aafe7de06156" providerId="LiveId" clId="{1DDD99BC-1B1C-4B7E-BD71-48C89F26EB09}" dt="2018-03-10T09:02:58.821" v="6" actId="2696"/>
        <pc:sldMkLst>
          <pc:docMk/>
          <pc:sldMk cId="2419116735" sldId="267"/>
        </pc:sldMkLst>
      </pc:sldChg>
      <pc:sldChg chg="del">
        <pc:chgData name="Иветта Новикова" userId="e708aafe7de06156" providerId="LiveId" clId="{1DDD99BC-1B1C-4B7E-BD71-48C89F26EB09}" dt="2018-03-10T09:02:58.821" v="7" actId="2696"/>
        <pc:sldMkLst>
          <pc:docMk/>
          <pc:sldMk cId="1052228881" sldId="268"/>
        </pc:sldMkLst>
      </pc:sldChg>
      <pc:sldChg chg="addSp delSp modSp add">
        <pc:chgData name="Иветта Новикова" userId="e708aafe7de06156" providerId="LiveId" clId="{1DDD99BC-1B1C-4B7E-BD71-48C89F26EB09}" dt="2018-03-10T10:00:36.992" v="1025" actId="255"/>
        <pc:sldMkLst>
          <pc:docMk/>
          <pc:sldMk cId="3223480759" sldId="268"/>
        </pc:sldMkLst>
        <pc:spChg chg="del">
          <ac:chgData name="Иветта Новикова" userId="e708aafe7de06156" providerId="LiveId" clId="{1DDD99BC-1B1C-4B7E-BD71-48C89F26EB09}" dt="2018-03-10T09:13:56.100" v="221" actId="478"/>
          <ac:spMkLst>
            <pc:docMk/>
            <pc:sldMk cId="3223480759" sldId="268"/>
            <ac:spMk id="2" creationId="{F8180FFE-9B0C-4A4E-B19F-7614FC7FDD90}"/>
          </ac:spMkLst>
        </pc:spChg>
        <pc:spChg chg="add mod">
          <ac:chgData name="Иветта Новикова" userId="e708aafe7de06156" providerId="LiveId" clId="{1DDD99BC-1B1C-4B7E-BD71-48C89F26EB09}" dt="2018-03-10T10:00:36.992" v="1025" actId="255"/>
          <ac:spMkLst>
            <pc:docMk/>
            <pc:sldMk cId="3223480759" sldId="268"/>
            <ac:spMk id="5" creationId="{35F3430B-56C2-4EAB-AE1E-52C4BAD64F7A}"/>
          </ac:spMkLst>
        </pc:spChg>
        <pc:spChg chg="del">
          <ac:chgData name="Иветта Новикова" userId="e708aafe7de06156" providerId="LiveId" clId="{1DDD99BC-1B1C-4B7E-BD71-48C89F26EB09}" dt="2018-03-10T09:13:58.502" v="222" actId="478"/>
          <ac:spMkLst>
            <pc:docMk/>
            <pc:sldMk cId="3223480759" sldId="268"/>
            <ac:spMk id="7" creationId="{8D78E539-F747-4A6D-A7AC-13799BCD197C}"/>
          </ac:spMkLst>
        </pc:spChg>
      </pc:sldChg>
      <pc:sldChg chg="modSp add">
        <pc:chgData name="Иветта Новикова" userId="e708aafe7de06156" providerId="LiveId" clId="{1DDD99BC-1B1C-4B7E-BD71-48C89F26EB09}" dt="2018-03-10T10:00:51.536" v="1026" actId="948"/>
        <pc:sldMkLst>
          <pc:docMk/>
          <pc:sldMk cId="2882433465" sldId="269"/>
        </pc:sldMkLst>
        <pc:spChg chg="mod">
          <ac:chgData name="Иветта Новикова" userId="e708aafe7de06156" providerId="LiveId" clId="{1DDD99BC-1B1C-4B7E-BD71-48C89F26EB09}" dt="2018-03-10T10:00:51.536" v="1026" actId="948"/>
          <ac:spMkLst>
            <pc:docMk/>
            <pc:sldMk cId="2882433465" sldId="269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10:00:59.539" v="1027" actId="948"/>
        <pc:sldMkLst>
          <pc:docMk/>
          <pc:sldMk cId="2478767255" sldId="270"/>
        </pc:sldMkLst>
        <pc:spChg chg="mod">
          <ac:chgData name="Иветта Новикова" userId="e708aafe7de06156" providerId="LiveId" clId="{1DDD99BC-1B1C-4B7E-BD71-48C89F26EB09}" dt="2018-03-10T10:00:59.539" v="1027" actId="948"/>
          <ac:spMkLst>
            <pc:docMk/>
            <pc:sldMk cId="2478767255" sldId="270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36" v="8" actId="2696"/>
        <pc:sldMkLst>
          <pc:docMk/>
          <pc:sldMk cId="3390461377" sldId="270"/>
        </pc:sldMkLst>
      </pc:sldChg>
      <pc:sldChg chg="del">
        <pc:chgData name="Иветта Новикова" userId="e708aafe7de06156" providerId="LiveId" clId="{1DDD99BC-1B1C-4B7E-BD71-48C89F26EB09}" dt="2018-03-10T09:02:58.855" v="9" actId="2696"/>
        <pc:sldMkLst>
          <pc:docMk/>
          <pc:sldMk cId="666790550" sldId="271"/>
        </pc:sldMkLst>
      </pc:sldChg>
      <pc:sldChg chg="modSp add">
        <pc:chgData name="Иветта Новикова" userId="e708aafe7de06156" providerId="LiveId" clId="{1DDD99BC-1B1C-4B7E-BD71-48C89F26EB09}" dt="2018-03-10T10:01:10.446" v="1028" actId="948"/>
        <pc:sldMkLst>
          <pc:docMk/>
          <pc:sldMk cId="4264696803" sldId="271"/>
        </pc:sldMkLst>
        <pc:spChg chg="mod">
          <ac:chgData name="Иветта Новикова" userId="e708aafe7de06156" providerId="LiveId" clId="{1DDD99BC-1B1C-4B7E-BD71-48C89F26EB09}" dt="2018-03-10T10:01:10.446" v="1028" actId="948"/>
          <ac:spMkLst>
            <pc:docMk/>
            <pc:sldMk cId="4264696803" sldId="271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58" v="10" actId="2696"/>
        <pc:sldMkLst>
          <pc:docMk/>
          <pc:sldMk cId="1569573634" sldId="272"/>
        </pc:sldMkLst>
      </pc:sldChg>
      <pc:sldChg chg="modSp add">
        <pc:chgData name="Иветта Новикова" userId="e708aafe7de06156" providerId="LiveId" clId="{1DDD99BC-1B1C-4B7E-BD71-48C89F26EB09}" dt="2018-03-10T10:49:45.493" v="1097" actId="20577"/>
        <pc:sldMkLst>
          <pc:docMk/>
          <pc:sldMk cId="4227097879" sldId="272"/>
        </pc:sldMkLst>
        <pc:spChg chg="mod">
          <ac:chgData name="Иветта Новикова" userId="e708aafe7de06156" providerId="LiveId" clId="{1DDD99BC-1B1C-4B7E-BD71-48C89F26EB09}" dt="2018-03-10T10:49:45.493" v="1097" actId="20577"/>
          <ac:spMkLst>
            <pc:docMk/>
            <pc:sldMk cId="4227097879" sldId="272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74" v="11" actId="2696"/>
        <pc:sldMkLst>
          <pc:docMk/>
          <pc:sldMk cId="1377383538" sldId="273"/>
        </pc:sldMkLst>
      </pc:sldChg>
      <pc:sldChg chg="modSp add">
        <pc:chgData name="Иветта Новикова" userId="e708aafe7de06156" providerId="LiveId" clId="{1DDD99BC-1B1C-4B7E-BD71-48C89F26EB09}" dt="2018-03-10T10:01:24.502" v="1030" actId="948"/>
        <pc:sldMkLst>
          <pc:docMk/>
          <pc:sldMk cId="1892657091" sldId="273"/>
        </pc:sldMkLst>
        <pc:spChg chg="mod">
          <ac:chgData name="Иветта Новикова" userId="e708aafe7de06156" providerId="LiveId" clId="{1DDD99BC-1B1C-4B7E-BD71-48C89F26EB09}" dt="2018-03-10T10:01:24.502" v="1030" actId="948"/>
          <ac:spMkLst>
            <pc:docMk/>
            <pc:sldMk cId="1892657091" sldId="273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10:01:34.757" v="1031" actId="948"/>
        <pc:sldMkLst>
          <pc:docMk/>
          <pc:sldMk cId="1895170318" sldId="274"/>
        </pc:sldMkLst>
        <pc:spChg chg="mod">
          <ac:chgData name="Иветта Новикова" userId="e708aafe7de06156" providerId="LiveId" clId="{1DDD99BC-1B1C-4B7E-BD71-48C89F26EB09}" dt="2018-03-10T10:01:34.757" v="1031" actId="948"/>
          <ac:spMkLst>
            <pc:docMk/>
            <pc:sldMk cId="1895170318" sldId="274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889" v="12" actId="2696"/>
        <pc:sldMkLst>
          <pc:docMk/>
          <pc:sldMk cId="3352591240" sldId="274"/>
        </pc:sldMkLst>
      </pc:sldChg>
      <pc:sldChg chg="del">
        <pc:chgData name="Иветта Новикова" userId="e708aafe7de06156" providerId="LiveId" clId="{1DDD99BC-1B1C-4B7E-BD71-48C89F26EB09}" dt="2018-03-10T09:02:58.905" v="13" actId="2696"/>
        <pc:sldMkLst>
          <pc:docMk/>
          <pc:sldMk cId="1041650513" sldId="275"/>
        </pc:sldMkLst>
      </pc:sldChg>
      <pc:sldChg chg="modSp add ord">
        <pc:chgData name="Иветта Новикова" userId="e708aafe7de06156" providerId="LiveId" clId="{1DDD99BC-1B1C-4B7E-BD71-48C89F26EB09}" dt="2018-03-10T09:23:09.679" v="497" actId="113"/>
        <pc:sldMkLst>
          <pc:docMk/>
          <pc:sldMk cId="2050999859" sldId="275"/>
        </pc:sldMkLst>
        <pc:spChg chg="mod">
          <ac:chgData name="Иветта Новикова" userId="e708aafe7de06156" providerId="LiveId" clId="{1DDD99BC-1B1C-4B7E-BD71-48C89F26EB09}" dt="2018-03-10T09:23:09.679" v="497" actId="113"/>
          <ac:spMkLst>
            <pc:docMk/>
            <pc:sldMk cId="2050999859" sldId="275"/>
            <ac:spMk id="2" creationId="{00000000-0000-0000-0000-000000000000}"/>
          </ac:spMkLst>
        </pc:spChg>
      </pc:sldChg>
      <pc:sldChg chg="del">
        <pc:chgData name="Иветта Новикова" userId="e708aafe7de06156" providerId="LiveId" clId="{1DDD99BC-1B1C-4B7E-BD71-48C89F26EB09}" dt="2018-03-10T09:02:58.921" v="14" actId="2696"/>
        <pc:sldMkLst>
          <pc:docMk/>
          <pc:sldMk cId="605447292" sldId="276"/>
        </pc:sldMkLst>
      </pc:sldChg>
      <pc:sldChg chg="modSp add ord">
        <pc:chgData name="Иветта Новикова" userId="e708aafe7de06156" providerId="LiveId" clId="{1DDD99BC-1B1C-4B7E-BD71-48C89F26EB09}" dt="2018-03-10T09:27:22.173" v="505" actId="20577"/>
        <pc:sldMkLst>
          <pc:docMk/>
          <pc:sldMk cId="2119514761" sldId="276"/>
        </pc:sldMkLst>
        <pc:spChg chg="mod">
          <ac:chgData name="Иветта Новикова" userId="e708aafe7de06156" providerId="LiveId" clId="{1DDD99BC-1B1C-4B7E-BD71-48C89F26EB09}" dt="2018-03-10T09:27:22.173" v="505" actId="20577"/>
          <ac:spMkLst>
            <pc:docMk/>
            <pc:sldMk cId="2119514761" sldId="276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21" v="15" actId="2696"/>
        <pc:sldMkLst>
          <pc:docMk/>
          <pc:sldMk cId="251349470" sldId="277"/>
        </pc:sldMkLst>
      </pc:sldChg>
      <pc:sldChg chg="modSp add">
        <pc:chgData name="Иветта Новикова" userId="e708aafe7de06156" providerId="LiveId" clId="{1DDD99BC-1B1C-4B7E-BD71-48C89F26EB09}" dt="2018-03-10T10:55:14.148" v="1098" actId="113"/>
        <pc:sldMkLst>
          <pc:docMk/>
          <pc:sldMk cId="3678306305" sldId="277"/>
        </pc:sldMkLst>
        <pc:spChg chg="mod">
          <ac:chgData name="Иветта Новикова" userId="e708aafe7de06156" providerId="LiveId" clId="{1DDD99BC-1B1C-4B7E-BD71-48C89F26EB09}" dt="2018-03-10T10:55:14.148" v="1098" actId="113"/>
          <ac:spMkLst>
            <pc:docMk/>
            <pc:sldMk cId="3678306305" sldId="277"/>
            <ac:spMk id="5" creationId="{35F3430B-56C2-4EAB-AE1E-52C4BAD64F7A}"/>
          </ac:spMkLst>
        </pc:spChg>
      </pc:sldChg>
      <pc:sldChg chg="addSp modSp add">
        <pc:chgData name="Иветта Новикова" userId="e708aafe7de06156" providerId="LiveId" clId="{1DDD99BC-1B1C-4B7E-BD71-48C89F26EB09}" dt="2018-03-10T10:01:45.643" v="1032" actId="948"/>
        <pc:sldMkLst>
          <pc:docMk/>
          <pc:sldMk cId="1083356055" sldId="278"/>
        </pc:sldMkLst>
        <pc:spChg chg="mod">
          <ac:chgData name="Иветта Новикова" userId="e708aafe7de06156" providerId="LiveId" clId="{1DDD99BC-1B1C-4B7E-BD71-48C89F26EB09}" dt="2018-03-10T10:01:45.643" v="1032" actId="948"/>
          <ac:spMkLst>
            <pc:docMk/>
            <pc:sldMk cId="1083356055" sldId="278"/>
            <ac:spMk id="5" creationId="{35F3430B-56C2-4EAB-AE1E-52C4BAD64F7A}"/>
          </ac:spMkLst>
        </pc:spChg>
        <pc:spChg chg="add mod">
          <ac:chgData name="Иветта Новикова" userId="e708aafe7de06156" providerId="LiveId" clId="{1DDD99BC-1B1C-4B7E-BD71-48C89F26EB09}" dt="2018-03-10T09:29:42.787" v="550" actId="1076"/>
          <ac:spMkLst>
            <pc:docMk/>
            <pc:sldMk cId="1083356055" sldId="278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8.936" v="16" actId="2696"/>
        <pc:sldMkLst>
          <pc:docMk/>
          <pc:sldMk cId="3127680980" sldId="278"/>
        </pc:sldMkLst>
      </pc:sldChg>
      <pc:sldChg chg="del">
        <pc:chgData name="Иветта Новикова" userId="e708aafe7de06156" providerId="LiveId" clId="{1DDD99BC-1B1C-4B7E-BD71-48C89F26EB09}" dt="2018-03-10T09:02:58.958" v="17" actId="2696"/>
        <pc:sldMkLst>
          <pc:docMk/>
          <pc:sldMk cId="2223377759" sldId="279"/>
        </pc:sldMkLst>
      </pc:sldChg>
      <pc:sldChg chg="modSp add">
        <pc:chgData name="Иветта Новикова" userId="e708aafe7de06156" providerId="LiveId" clId="{1DDD99BC-1B1C-4B7E-BD71-48C89F26EB09}" dt="2018-03-10T10:01:52.561" v="1033" actId="948"/>
        <pc:sldMkLst>
          <pc:docMk/>
          <pc:sldMk cId="2389886973" sldId="279"/>
        </pc:sldMkLst>
        <pc:spChg chg="mod">
          <ac:chgData name="Иветта Новикова" userId="e708aafe7de06156" providerId="LiveId" clId="{1DDD99BC-1B1C-4B7E-BD71-48C89F26EB09}" dt="2018-03-10T10:01:52.561" v="1033" actId="948"/>
          <ac:spMkLst>
            <pc:docMk/>
            <pc:sldMk cId="2389886973" sldId="279"/>
            <ac:spMk id="5" creationId="{35F3430B-56C2-4EAB-AE1E-52C4BAD64F7A}"/>
          </ac:spMkLst>
        </pc:spChg>
      </pc:sldChg>
      <pc:sldChg chg="addSp delSp modSp add">
        <pc:chgData name="Иветта Новикова" userId="e708aafe7de06156" providerId="LiveId" clId="{1DDD99BC-1B1C-4B7E-BD71-48C89F26EB09}" dt="2018-03-10T09:34:07.659" v="601" actId="20577"/>
        <pc:sldMkLst>
          <pc:docMk/>
          <pc:sldMk cId="671632095" sldId="280"/>
        </pc:sldMkLst>
        <pc:spChg chg="add del mod">
          <ac:chgData name="Иветта Новикова" userId="e708aafe7de06156" providerId="LiveId" clId="{1DDD99BC-1B1C-4B7E-BD71-48C89F26EB09}" dt="2018-03-10T09:32:15.185" v="577" actId="478"/>
          <ac:spMkLst>
            <pc:docMk/>
            <pc:sldMk cId="671632095" sldId="280"/>
            <ac:spMk id="3" creationId="{6E44790B-1666-40E2-85A0-C1ECA87697C6}"/>
          </ac:spMkLst>
        </pc:spChg>
        <pc:spChg chg="del mod">
          <ac:chgData name="Иветта Новикова" userId="e708aafe7de06156" providerId="LiveId" clId="{1DDD99BC-1B1C-4B7E-BD71-48C89F26EB09}" dt="2018-03-10T09:32:12.653" v="576" actId="478"/>
          <ac:spMkLst>
            <pc:docMk/>
            <pc:sldMk cId="671632095" sldId="280"/>
            <ac:spMk id="5" creationId="{35F3430B-56C2-4EAB-AE1E-52C4BAD64F7A}"/>
          </ac:spMkLst>
        </pc:spChg>
        <pc:spChg chg="add del">
          <ac:chgData name="Иветта Новикова" userId="e708aafe7de06156" providerId="LiveId" clId="{1DDD99BC-1B1C-4B7E-BD71-48C89F26EB09}" dt="2018-03-10T09:32:35.617" v="581" actId="478"/>
          <ac:spMkLst>
            <pc:docMk/>
            <pc:sldMk cId="671632095" sldId="280"/>
            <ac:spMk id="6" creationId="{4C718436-80F2-48EA-92C0-622171C89AB6}"/>
          </ac:spMkLst>
        </pc:spChg>
        <pc:spChg chg="add mod">
          <ac:chgData name="Иветта Новикова" userId="e708aafe7de06156" providerId="LiveId" clId="{1DDD99BC-1B1C-4B7E-BD71-48C89F26EB09}" dt="2018-03-10T09:32:19.170" v="578" actId="1076"/>
          <ac:spMkLst>
            <pc:docMk/>
            <pc:sldMk cId="671632095" sldId="280"/>
            <ac:spMk id="7" creationId="{D9CCBFFE-4D11-453F-B13E-229B3BB08ACA}"/>
          </ac:spMkLst>
        </pc:spChg>
        <pc:spChg chg="add del">
          <ac:chgData name="Иветта Новикова" userId="e708aafe7de06156" providerId="LiveId" clId="{1DDD99BC-1B1C-4B7E-BD71-48C89F26EB09}" dt="2018-03-10T09:32:40.971" v="582" actId="478"/>
          <ac:spMkLst>
            <pc:docMk/>
            <pc:sldMk cId="671632095" sldId="280"/>
            <ac:spMk id="8" creationId="{7A52B1E9-2D51-49BA-9FC2-DD6154B5DBEE}"/>
          </ac:spMkLst>
        </pc:spChg>
        <pc:graphicFrameChg chg="add mod">
          <ac:chgData name="Иветта Новикова" userId="e708aafe7de06156" providerId="LiveId" clId="{1DDD99BC-1B1C-4B7E-BD71-48C89F26EB09}" dt="2018-03-10T09:34:07.659" v="601" actId="20577"/>
          <ac:graphicFrameMkLst>
            <pc:docMk/>
            <pc:sldMk cId="671632095" sldId="280"/>
            <ac:graphicFrameMk id="9" creationId="{CD125028-A5F5-437D-8704-823FBDB5407C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8.958" v="18" actId="2696"/>
        <pc:sldMkLst>
          <pc:docMk/>
          <pc:sldMk cId="3347018696" sldId="280"/>
        </pc:sldMkLst>
      </pc:sldChg>
      <pc:sldChg chg="modSp add ord">
        <pc:chgData name="Иветта Новикова" userId="e708aafe7de06156" providerId="LiveId" clId="{1DDD99BC-1B1C-4B7E-BD71-48C89F26EB09}" dt="2018-03-10T10:01:59.636" v="1034" actId="948"/>
        <pc:sldMkLst>
          <pc:docMk/>
          <pc:sldMk cId="2891407716" sldId="281"/>
        </pc:sldMkLst>
        <pc:spChg chg="mod">
          <ac:chgData name="Иветта Новикова" userId="e708aafe7de06156" providerId="LiveId" clId="{1DDD99BC-1B1C-4B7E-BD71-48C89F26EB09}" dt="2018-03-10T10:01:59.636" v="1034" actId="948"/>
          <ac:spMkLst>
            <pc:docMk/>
            <pc:sldMk cId="2891407716" sldId="281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90" v="20" actId="2696"/>
        <pc:sldMkLst>
          <pc:docMk/>
          <pc:sldMk cId="4050902711" sldId="281"/>
        </pc:sldMkLst>
      </pc:sldChg>
      <pc:sldChg chg="del">
        <pc:chgData name="Иветта Новикова" userId="e708aafe7de06156" providerId="LiveId" clId="{1DDD99BC-1B1C-4B7E-BD71-48C89F26EB09}" dt="2018-03-10T09:02:59.005" v="22" actId="2696"/>
        <pc:sldMkLst>
          <pc:docMk/>
          <pc:sldMk cId="1789656653" sldId="282"/>
        </pc:sldMkLst>
      </pc:sldChg>
      <pc:sldChg chg="modSp add ord">
        <pc:chgData name="Иветта Новикова" userId="e708aafe7de06156" providerId="LiveId" clId="{1DDD99BC-1B1C-4B7E-BD71-48C89F26EB09}" dt="2018-03-10T11:06:33.862" v="1099"/>
        <pc:sldMkLst>
          <pc:docMk/>
          <pc:sldMk cId="3851236532" sldId="282"/>
        </pc:sldMkLst>
        <pc:spChg chg="mod">
          <ac:chgData name="Иветта Новикова" userId="e708aafe7de06156" providerId="LiveId" clId="{1DDD99BC-1B1C-4B7E-BD71-48C89F26EB09}" dt="2018-03-10T11:06:33.862" v="1099"/>
          <ac:spMkLst>
            <pc:docMk/>
            <pc:sldMk cId="3851236532" sldId="282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5:58.105" v="621" actId="113"/>
          <ac:spMkLst>
            <pc:docMk/>
            <pc:sldMk cId="3851236532" sldId="282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10:02:16.485" v="1036" actId="948"/>
        <pc:sldMkLst>
          <pc:docMk/>
          <pc:sldMk cId="810763404" sldId="283"/>
        </pc:sldMkLst>
        <pc:spChg chg="mod">
          <ac:chgData name="Иветта Новикова" userId="e708aafe7de06156" providerId="LiveId" clId="{1DDD99BC-1B1C-4B7E-BD71-48C89F26EB09}" dt="2018-03-10T10:02:16.485" v="1036" actId="948"/>
          <ac:spMkLst>
            <pc:docMk/>
            <pc:sldMk cId="810763404" sldId="283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8.974" v="19" actId="2696"/>
        <pc:sldMkLst>
          <pc:docMk/>
          <pc:sldMk cId="1852616928" sldId="283"/>
        </pc:sldMkLst>
      </pc:sldChg>
      <pc:sldChg chg="del">
        <pc:chgData name="Иветта Новикова" userId="e708aafe7de06156" providerId="LiveId" clId="{1DDD99BC-1B1C-4B7E-BD71-48C89F26EB09}" dt="2018-03-10T09:02:58.990" v="21" actId="2696"/>
        <pc:sldMkLst>
          <pc:docMk/>
          <pc:sldMk cId="1249115663" sldId="284"/>
        </pc:sldMkLst>
      </pc:sldChg>
      <pc:sldChg chg="modSp add">
        <pc:chgData name="Иветта Новикова" userId="e708aafe7de06156" providerId="LiveId" clId="{1DDD99BC-1B1C-4B7E-BD71-48C89F26EB09}" dt="2018-03-10T10:02:26.471" v="1037" actId="948"/>
        <pc:sldMkLst>
          <pc:docMk/>
          <pc:sldMk cId="1454184926" sldId="284"/>
        </pc:sldMkLst>
        <pc:spChg chg="mod">
          <ac:chgData name="Иветта Новикова" userId="e708aafe7de06156" providerId="LiveId" clId="{1DDD99BC-1B1C-4B7E-BD71-48C89F26EB09}" dt="2018-03-10T10:02:26.471" v="1037" actId="948"/>
          <ac:spMkLst>
            <pc:docMk/>
            <pc:sldMk cId="1454184926" sldId="284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9.021" v="23" actId="2696"/>
        <pc:sldMkLst>
          <pc:docMk/>
          <pc:sldMk cId="823855284" sldId="285"/>
        </pc:sldMkLst>
      </pc:sldChg>
      <pc:sldChg chg="modSp add">
        <pc:chgData name="Иветта Новикова" userId="e708aafe7de06156" providerId="LiveId" clId="{1DDD99BC-1B1C-4B7E-BD71-48C89F26EB09}" dt="2018-03-10T10:02:35.980" v="1038" actId="948"/>
        <pc:sldMkLst>
          <pc:docMk/>
          <pc:sldMk cId="2261374509" sldId="285"/>
        </pc:sldMkLst>
        <pc:spChg chg="mod">
          <ac:chgData name="Иветта Новикова" userId="e708aafe7de06156" providerId="LiveId" clId="{1DDD99BC-1B1C-4B7E-BD71-48C89F26EB09}" dt="2018-03-10T10:02:35.980" v="1038" actId="948"/>
          <ac:spMkLst>
            <pc:docMk/>
            <pc:sldMk cId="2261374509" sldId="285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8:59.562" v="670" actId="20577"/>
          <ac:spMkLst>
            <pc:docMk/>
            <pc:sldMk cId="2261374509" sldId="285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10:02:45.451" v="1039" actId="948"/>
        <pc:sldMkLst>
          <pc:docMk/>
          <pc:sldMk cId="525604579" sldId="286"/>
        </pc:sldMkLst>
        <pc:spChg chg="mod">
          <ac:chgData name="Иветта Новикова" userId="e708aafe7de06156" providerId="LiveId" clId="{1DDD99BC-1B1C-4B7E-BD71-48C89F26EB09}" dt="2018-03-10T10:02:45.451" v="1039" actId="948"/>
          <ac:spMkLst>
            <pc:docMk/>
            <pc:sldMk cId="525604579" sldId="286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39:50.859" v="686" actId="113"/>
          <ac:spMkLst>
            <pc:docMk/>
            <pc:sldMk cId="525604579" sldId="286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21" v="24" actId="2696"/>
        <pc:sldMkLst>
          <pc:docMk/>
          <pc:sldMk cId="1127743592" sldId="286"/>
        </pc:sldMkLst>
      </pc:sldChg>
      <pc:sldChg chg="modSp add">
        <pc:chgData name="Иветта Новикова" userId="e708aafe7de06156" providerId="LiveId" clId="{1DDD99BC-1B1C-4B7E-BD71-48C89F26EB09}" dt="2018-03-10T10:02:58.364" v="1041" actId="948"/>
        <pc:sldMkLst>
          <pc:docMk/>
          <pc:sldMk cId="910161176" sldId="287"/>
        </pc:sldMkLst>
        <pc:spChg chg="mod">
          <ac:chgData name="Иветта Новикова" userId="e708aafe7de06156" providerId="LiveId" clId="{1DDD99BC-1B1C-4B7E-BD71-48C89F26EB09}" dt="2018-03-10T10:02:58.364" v="1041" actId="948"/>
          <ac:spMkLst>
            <pc:docMk/>
            <pc:sldMk cId="910161176" sldId="287"/>
            <ac:spMk id="5" creationId="{35F3430B-56C2-4EAB-AE1E-52C4BAD64F7A}"/>
          </ac:spMkLst>
        </pc:spChg>
      </pc:sldChg>
      <pc:sldChg chg="del">
        <pc:chgData name="Иветта Новикова" userId="e708aafe7de06156" providerId="LiveId" clId="{1DDD99BC-1B1C-4B7E-BD71-48C89F26EB09}" dt="2018-03-10T09:02:59.037" v="25" actId="2696"/>
        <pc:sldMkLst>
          <pc:docMk/>
          <pc:sldMk cId="1103893262" sldId="287"/>
        </pc:sldMkLst>
      </pc:sldChg>
      <pc:sldChg chg="modSp add">
        <pc:chgData name="Иветта Новикова" userId="e708aafe7de06156" providerId="LiveId" clId="{1DDD99BC-1B1C-4B7E-BD71-48C89F26EB09}" dt="2018-03-10T10:03:08.232" v="1042" actId="948"/>
        <pc:sldMkLst>
          <pc:docMk/>
          <pc:sldMk cId="2654732817" sldId="288"/>
        </pc:sldMkLst>
        <pc:spChg chg="mod">
          <ac:chgData name="Иветта Новикова" userId="e708aafe7de06156" providerId="LiveId" clId="{1DDD99BC-1B1C-4B7E-BD71-48C89F26EB09}" dt="2018-03-10T10:03:08.232" v="1042" actId="948"/>
          <ac:spMkLst>
            <pc:docMk/>
            <pc:sldMk cId="2654732817" sldId="288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2:01.320" v="714" actId="20577"/>
          <ac:spMkLst>
            <pc:docMk/>
            <pc:sldMk cId="2654732817" sldId="288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37" v="26" actId="2696"/>
        <pc:sldMkLst>
          <pc:docMk/>
          <pc:sldMk cId="3893337236" sldId="288"/>
        </pc:sldMkLst>
      </pc:sldChg>
      <pc:sldChg chg="del">
        <pc:chgData name="Иветта Новикова" userId="e708aafe7de06156" providerId="LiveId" clId="{1DDD99BC-1B1C-4B7E-BD71-48C89F26EB09}" dt="2018-03-10T09:02:59.074" v="27" actId="2696"/>
        <pc:sldMkLst>
          <pc:docMk/>
          <pc:sldMk cId="3385084193" sldId="289"/>
        </pc:sldMkLst>
      </pc:sldChg>
      <pc:sldChg chg="modSp add">
        <pc:chgData name="Иветта Новикова" userId="e708aafe7de06156" providerId="LiveId" clId="{1DDD99BC-1B1C-4B7E-BD71-48C89F26EB09}" dt="2018-03-10T10:03:16.002" v="1043" actId="948"/>
        <pc:sldMkLst>
          <pc:docMk/>
          <pc:sldMk cId="4259749837" sldId="289"/>
        </pc:sldMkLst>
        <pc:spChg chg="mod">
          <ac:chgData name="Иветта Новикова" userId="e708aafe7de06156" providerId="LiveId" clId="{1DDD99BC-1B1C-4B7E-BD71-48C89F26EB09}" dt="2018-03-10T10:03:16.002" v="1043" actId="948"/>
          <ac:spMkLst>
            <pc:docMk/>
            <pc:sldMk cId="4259749837" sldId="289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3:17.257" v="746" actId="113"/>
          <ac:spMkLst>
            <pc:docMk/>
            <pc:sldMk cId="4259749837" sldId="289"/>
            <ac:spMk id="6" creationId="{4C718436-80F2-48EA-92C0-622171C89AB6}"/>
          </ac:spMkLst>
        </pc:spChg>
      </pc:sldChg>
      <pc:sldChg chg="del">
        <pc:chgData name="Иветта Новикова" userId="e708aafe7de06156" providerId="LiveId" clId="{1DDD99BC-1B1C-4B7E-BD71-48C89F26EB09}" dt="2018-03-10T09:02:59.074" v="28" actId="2696"/>
        <pc:sldMkLst>
          <pc:docMk/>
          <pc:sldMk cId="3166275028" sldId="290"/>
        </pc:sldMkLst>
      </pc:sldChg>
      <pc:sldChg chg="addSp modSp add">
        <pc:chgData name="Иветта Новикова" userId="e708aafe7de06156" providerId="LiveId" clId="{1DDD99BC-1B1C-4B7E-BD71-48C89F26EB09}" dt="2018-03-10T09:47:00.487" v="796" actId="1076"/>
        <pc:sldMkLst>
          <pc:docMk/>
          <pc:sldMk cId="3367199359" sldId="290"/>
        </pc:sldMkLst>
        <pc:spChg chg="mod">
          <ac:chgData name="Иветта Новикова" userId="e708aafe7de06156" providerId="LiveId" clId="{1DDD99BC-1B1C-4B7E-BD71-48C89F26EB09}" dt="2018-03-10T09:45:29.708" v="780"/>
          <ac:spMkLst>
            <pc:docMk/>
            <pc:sldMk cId="3367199359" sldId="290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44:38.473" v="771" actId="20577"/>
          <ac:spMkLst>
            <pc:docMk/>
            <pc:sldMk cId="3367199359" sldId="290"/>
            <ac:spMk id="6" creationId="{4C718436-80F2-48EA-92C0-622171C89AB6}"/>
          </ac:spMkLst>
        </pc:spChg>
        <pc:graphicFrameChg chg="add mod modGraphic">
          <ac:chgData name="Иветта Новикова" userId="e708aafe7de06156" providerId="LiveId" clId="{1DDD99BC-1B1C-4B7E-BD71-48C89F26EB09}" dt="2018-03-10T09:47:00.487" v="796" actId="1076"/>
          <ac:graphicFrameMkLst>
            <pc:docMk/>
            <pc:sldMk cId="3367199359" sldId="290"/>
            <ac:graphicFrameMk id="7" creationId="{A72CF06A-1CEA-478E-BF01-7784DCBC4685}"/>
          </ac:graphicFrameMkLst>
        </pc:graphicFrameChg>
      </pc:sldChg>
      <pc:sldChg chg="addSp delSp modSp add">
        <pc:chgData name="Иветта Новикова" userId="e708aafe7de06156" providerId="LiveId" clId="{1DDD99BC-1B1C-4B7E-BD71-48C89F26EB09}" dt="2018-03-10T09:49:34.289" v="830" actId="1076"/>
        <pc:sldMkLst>
          <pc:docMk/>
          <pc:sldMk cId="1656628678" sldId="291"/>
        </pc:sldMkLst>
        <pc:spChg chg="add del mod">
          <ac:chgData name="Иветта Новикова" userId="e708aafe7de06156" providerId="LiveId" clId="{1DDD99BC-1B1C-4B7E-BD71-48C89F26EB09}" dt="2018-03-10T09:47:27.267" v="801" actId="478"/>
          <ac:spMkLst>
            <pc:docMk/>
            <pc:sldMk cId="1656628678" sldId="291"/>
            <ac:spMk id="3" creationId="{CF3216EC-0B32-4ADF-A866-8AC812B63E59}"/>
          </ac:spMkLst>
        </pc:spChg>
        <pc:spChg chg="del">
          <ac:chgData name="Иветта Новикова" userId="e708aafe7de06156" providerId="LiveId" clId="{1DDD99BC-1B1C-4B7E-BD71-48C89F26EB09}" dt="2018-03-10T09:47:24.535" v="799" actId="478"/>
          <ac:spMkLst>
            <pc:docMk/>
            <pc:sldMk cId="1656628678" sldId="291"/>
            <ac:spMk id="5" creationId="{35F3430B-56C2-4EAB-AE1E-52C4BAD64F7A}"/>
          </ac:spMkLst>
        </pc:spChg>
        <pc:spChg chg="del">
          <ac:chgData name="Иветта Новикова" userId="e708aafe7de06156" providerId="LiveId" clId="{1DDD99BC-1B1C-4B7E-BD71-48C89F26EB09}" dt="2018-03-10T09:49:29.303" v="829" actId="478"/>
          <ac:spMkLst>
            <pc:docMk/>
            <pc:sldMk cId="1656628678" sldId="291"/>
            <ac:spMk id="6" creationId="{4C718436-80F2-48EA-92C0-622171C89AB6}"/>
          </ac:spMkLst>
        </pc:spChg>
        <pc:graphicFrameChg chg="del">
          <ac:chgData name="Иветта Новикова" userId="e708aafe7de06156" providerId="LiveId" clId="{1DDD99BC-1B1C-4B7E-BD71-48C89F26EB09}" dt="2018-03-10T09:47:22.180" v="798" actId="478"/>
          <ac:graphicFrameMkLst>
            <pc:docMk/>
            <pc:sldMk cId="1656628678" sldId="291"/>
            <ac:graphicFrameMk id="7" creationId="{A72CF06A-1CEA-478E-BF01-7784DCBC4685}"/>
          </ac:graphicFrameMkLst>
        </pc:graphicFrameChg>
        <pc:graphicFrameChg chg="add mod modGraphic">
          <ac:chgData name="Иветта Новикова" userId="e708aafe7de06156" providerId="LiveId" clId="{1DDD99BC-1B1C-4B7E-BD71-48C89F26EB09}" dt="2018-03-10T09:49:34.289" v="830" actId="1076"/>
          <ac:graphicFrameMkLst>
            <pc:docMk/>
            <pc:sldMk cId="1656628678" sldId="291"/>
            <ac:graphicFrameMk id="8" creationId="{DAFC0DB8-28DD-47C1-8556-DCF516B453E7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9.090" v="29" actId="2696"/>
        <pc:sldMkLst>
          <pc:docMk/>
          <pc:sldMk cId="4116008825" sldId="291"/>
        </pc:sldMkLst>
      </pc:sldChg>
      <pc:sldChg chg="addSp delSp modSp add">
        <pc:chgData name="Иветта Новикова" userId="e708aafe7de06156" providerId="LiveId" clId="{1DDD99BC-1B1C-4B7E-BD71-48C89F26EB09}" dt="2018-03-10T09:53:55.888" v="888" actId="20577"/>
        <pc:sldMkLst>
          <pc:docMk/>
          <pc:sldMk cId="1289051658" sldId="292"/>
        </pc:sldMkLst>
        <pc:spChg chg="add mod">
          <ac:chgData name="Иветта Новикова" userId="e708aafe7de06156" providerId="LiveId" clId="{1DDD99BC-1B1C-4B7E-BD71-48C89F26EB09}" dt="2018-03-10T09:53:11.188" v="876" actId="1076"/>
          <ac:spMkLst>
            <pc:docMk/>
            <pc:sldMk cId="1289051658" sldId="292"/>
            <ac:spMk id="5" creationId="{C9EC3B9F-525F-4B50-9AAC-DFCA44D91305}"/>
          </ac:spMkLst>
        </pc:spChg>
        <pc:spChg chg="mod">
          <ac:chgData name="Иветта Новикова" userId="e708aafe7de06156" providerId="LiveId" clId="{1DDD99BC-1B1C-4B7E-BD71-48C89F26EB09}" dt="2018-03-10T09:49:54.325" v="837" actId="1076"/>
          <ac:spMkLst>
            <pc:docMk/>
            <pc:sldMk cId="1289051658" sldId="292"/>
            <ac:spMk id="6" creationId="{4C718436-80F2-48EA-92C0-622171C89AB6}"/>
          </ac:spMkLst>
        </pc:spChg>
        <pc:spChg chg="add mod">
          <ac:chgData name="Иветта Новикова" userId="e708aafe7de06156" providerId="LiveId" clId="{1DDD99BC-1B1C-4B7E-BD71-48C89F26EB09}" dt="2018-03-10T09:53:14.620" v="877" actId="1076"/>
          <ac:spMkLst>
            <pc:docMk/>
            <pc:sldMk cId="1289051658" sldId="292"/>
            <ac:spMk id="7" creationId="{F57458DD-7189-4806-98CE-A2A735705BCA}"/>
          </ac:spMkLst>
        </pc:spChg>
        <pc:spChg chg="add mod">
          <ac:chgData name="Иветта Новикова" userId="e708aafe7de06156" providerId="LiveId" clId="{1DDD99BC-1B1C-4B7E-BD71-48C89F26EB09}" dt="2018-03-10T09:53:17.790" v="878" actId="1076"/>
          <ac:spMkLst>
            <pc:docMk/>
            <pc:sldMk cId="1289051658" sldId="292"/>
            <ac:spMk id="9" creationId="{4D50A89B-4186-44AF-ABF8-D170F3870BB8}"/>
          </ac:spMkLst>
        </pc:spChg>
        <pc:spChg chg="add mod">
          <ac:chgData name="Иветта Новикова" userId="e708aafe7de06156" providerId="LiveId" clId="{1DDD99BC-1B1C-4B7E-BD71-48C89F26EB09}" dt="2018-03-10T09:53:23.424" v="879" actId="1076"/>
          <ac:spMkLst>
            <pc:docMk/>
            <pc:sldMk cId="1289051658" sldId="292"/>
            <ac:spMk id="10" creationId="{49124555-4EAA-48EE-8550-B97C4FEC05A6}"/>
          </ac:spMkLst>
        </pc:spChg>
        <pc:graphicFrameChg chg="del">
          <ac:chgData name="Иветта Новикова" userId="e708aafe7de06156" providerId="LiveId" clId="{1DDD99BC-1B1C-4B7E-BD71-48C89F26EB09}" dt="2018-03-10T09:49:16.830" v="827" actId="478"/>
          <ac:graphicFrameMkLst>
            <pc:docMk/>
            <pc:sldMk cId="1289051658" sldId="292"/>
            <ac:graphicFrameMk id="8" creationId="{DAFC0DB8-28DD-47C1-8556-DCF516B453E7}"/>
          </ac:graphicFrameMkLst>
        </pc:graphicFrameChg>
        <pc:graphicFrameChg chg="add mod">
          <ac:chgData name="Иветта Новикова" userId="e708aafe7de06156" providerId="LiveId" clId="{1DDD99BC-1B1C-4B7E-BD71-48C89F26EB09}" dt="2018-03-10T09:53:55.888" v="888" actId="20577"/>
          <ac:graphicFrameMkLst>
            <pc:docMk/>
            <pc:sldMk cId="1289051658" sldId="292"/>
            <ac:graphicFrameMk id="11" creationId="{2F1EB983-A62B-40B0-8E48-F75DA5FE23D2}"/>
          </ac:graphicFrameMkLst>
        </pc:graphicFrameChg>
      </pc:sldChg>
      <pc:sldChg chg="del">
        <pc:chgData name="Иветта Новикова" userId="e708aafe7de06156" providerId="LiveId" clId="{1DDD99BC-1B1C-4B7E-BD71-48C89F26EB09}" dt="2018-03-10T09:02:59.106" v="30" actId="2696"/>
        <pc:sldMkLst>
          <pc:docMk/>
          <pc:sldMk cId="3068162972" sldId="292"/>
        </pc:sldMkLst>
      </pc:sldChg>
      <pc:sldChg chg="modSp add ord">
        <pc:chgData name="Иветта Новикова" userId="e708aafe7de06156" providerId="LiveId" clId="{1DDD99BC-1B1C-4B7E-BD71-48C89F26EB09}" dt="2018-03-10T09:54:31.170" v="919" actId="20577"/>
        <pc:sldMkLst>
          <pc:docMk/>
          <pc:sldMk cId="541396994" sldId="293"/>
        </pc:sldMkLst>
        <pc:spChg chg="mod">
          <ac:chgData name="Иветта Новикова" userId="e708aafe7de06156" providerId="LiveId" clId="{1DDD99BC-1B1C-4B7E-BD71-48C89F26EB09}" dt="2018-03-10T09:54:31.170" v="919" actId="20577"/>
          <ac:spMkLst>
            <pc:docMk/>
            <pc:sldMk cId="541396994" sldId="293"/>
            <ac:spMk id="2" creationId="{00000000-0000-0000-0000-000000000000}"/>
          </ac:spMkLst>
        </pc:spChg>
      </pc:sldChg>
      <pc:sldChg chg="del">
        <pc:chgData name="Иветта Новикова" userId="e708aafe7de06156" providerId="LiveId" clId="{1DDD99BC-1B1C-4B7E-BD71-48C89F26EB09}" dt="2018-03-10T09:02:59.121" v="31" actId="2696"/>
        <pc:sldMkLst>
          <pc:docMk/>
          <pc:sldMk cId="2657494291" sldId="293"/>
        </pc:sldMkLst>
      </pc:sldChg>
      <pc:sldChg chg="modSp add del ord">
        <pc:chgData name="Иветта Новикова" userId="e708aafe7de06156" providerId="LiveId" clId="{1DDD99BC-1B1C-4B7E-BD71-48C89F26EB09}" dt="2018-03-10T09:58:01.273" v="993" actId="2696"/>
        <pc:sldMkLst>
          <pc:docMk/>
          <pc:sldMk cId="2233423153" sldId="294"/>
        </pc:sldMkLst>
        <pc:spChg chg="mod">
          <ac:chgData name="Иветта Новикова" userId="e708aafe7de06156" providerId="LiveId" clId="{1DDD99BC-1B1C-4B7E-BD71-48C89F26EB09}" dt="2018-03-10T09:57:50.789" v="990" actId="948"/>
          <ac:spMkLst>
            <pc:docMk/>
            <pc:sldMk cId="2233423153" sldId="294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57:54.608" v="991" actId="1076"/>
          <ac:spMkLst>
            <pc:docMk/>
            <pc:sldMk cId="2233423153" sldId="294"/>
            <ac:spMk id="6" creationId="{4C718436-80F2-48EA-92C0-622171C89AB6}"/>
          </ac:spMkLst>
        </pc:spChg>
      </pc:sldChg>
      <pc:sldChg chg="modSp add">
        <pc:chgData name="Иветта Новикова" userId="e708aafe7de06156" providerId="LiveId" clId="{1DDD99BC-1B1C-4B7E-BD71-48C89F26EB09}" dt="2018-03-10T09:56:42.233" v="942" actId="20577"/>
        <pc:sldMkLst>
          <pc:docMk/>
          <pc:sldMk cId="1336275679" sldId="295"/>
        </pc:sldMkLst>
        <pc:spChg chg="mod">
          <ac:chgData name="Иветта Новикова" userId="e708aafe7de06156" providerId="LiveId" clId="{1DDD99BC-1B1C-4B7E-BD71-48C89F26EB09}" dt="2018-03-10T09:56:42.233" v="942" actId="20577"/>
          <ac:spMkLst>
            <pc:docMk/>
            <pc:sldMk cId="1336275679" sldId="295"/>
            <ac:spMk id="5" creationId="{35F3430B-56C2-4EAB-AE1E-52C4BAD64F7A}"/>
          </ac:spMkLst>
        </pc:spChg>
      </pc:sldChg>
      <pc:sldChg chg="modSp add">
        <pc:chgData name="Иветта Новикова" userId="e708aafe7de06156" providerId="LiveId" clId="{1DDD99BC-1B1C-4B7E-BD71-48C89F26EB09}" dt="2018-03-10T09:58:59.538" v="1015" actId="20577"/>
        <pc:sldMkLst>
          <pc:docMk/>
          <pc:sldMk cId="3652678011" sldId="296"/>
        </pc:sldMkLst>
        <pc:spChg chg="mod">
          <ac:chgData name="Иветта Новикова" userId="e708aafe7de06156" providerId="LiveId" clId="{1DDD99BC-1B1C-4B7E-BD71-48C89F26EB09}" dt="2018-03-10T09:58:59.538" v="1015" actId="20577"/>
          <ac:spMkLst>
            <pc:docMk/>
            <pc:sldMk cId="3652678011" sldId="296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09:58:20.372" v="1004" actId="20577"/>
          <ac:spMkLst>
            <pc:docMk/>
            <pc:sldMk cId="3652678011" sldId="296"/>
            <ac:spMk id="6" creationId="{4C718436-80F2-48EA-92C0-622171C89AB6}"/>
          </ac:spMkLst>
        </pc:spChg>
      </pc:sldChg>
      <pc:sldChg chg="addSp delSp modSp add">
        <pc:chgData name="Иветта Новикова" userId="e708aafe7de06156" providerId="LiveId" clId="{1DDD99BC-1B1C-4B7E-BD71-48C89F26EB09}" dt="2018-03-10T11:27:32.302" v="1101" actId="20577"/>
        <pc:sldMkLst>
          <pc:docMk/>
          <pc:sldMk cId="2846598563" sldId="297"/>
        </pc:sldMkLst>
        <pc:spChg chg="add del mod">
          <ac:chgData name="Иветта Новикова" userId="e708aafe7de06156" providerId="LiveId" clId="{1DDD99BC-1B1C-4B7E-BD71-48C89F26EB09}" dt="2018-03-10T10:04:12.832" v="1063" actId="478"/>
          <ac:spMkLst>
            <pc:docMk/>
            <pc:sldMk cId="2846598563" sldId="297"/>
            <ac:spMk id="3" creationId="{D7AFF9B0-5F57-446F-B224-A665E5C7974B}"/>
          </ac:spMkLst>
        </pc:spChg>
        <pc:spChg chg="del">
          <ac:chgData name="Иветта Новикова" userId="e708aafe7de06156" providerId="LiveId" clId="{1DDD99BC-1B1C-4B7E-BD71-48C89F26EB09}" dt="2018-03-10T10:07:10.170" v="1085" actId="478"/>
          <ac:spMkLst>
            <pc:docMk/>
            <pc:sldMk cId="2846598563" sldId="297"/>
            <ac:spMk id="4" creationId="{79CD2642-A1A7-4D3B-B64D-3E880AA4BB9B}"/>
          </ac:spMkLst>
        </pc:spChg>
        <pc:spChg chg="del">
          <ac:chgData name="Иветта Новикова" userId="e708aafe7de06156" providerId="LiveId" clId="{1DDD99BC-1B1C-4B7E-BD71-48C89F26EB09}" dt="2018-03-10T10:04:08.429" v="1062" actId="478"/>
          <ac:spMkLst>
            <pc:docMk/>
            <pc:sldMk cId="2846598563" sldId="297"/>
            <ac:spMk id="5" creationId="{35F3430B-56C2-4EAB-AE1E-52C4BAD64F7A}"/>
          </ac:spMkLst>
        </pc:spChg>
        <pc:spChg chg="mod">
          <ac:chgData name="Иветта Новикова" userId="e708aafe7de06156" providerId="LiveId" clId="{1DDD99BC-1B1C-4B7E-BD71-48C89F26EB09}" dt="2018-03-10T10:07:23.668" v="1088" actId="14100"/>
          <ac:spMkLst>
            <pc:docMk/>
            <pc:sldMk cId="2846598563" sldId="297"/>
            <ac:spMk id="6" creationId="{4C718436-80F2-48EA-92C0-622171C89AB6}"/>
          </ac:spMkLst>
        </pc:spChg>
        <pc:graphicFrameChg chg="add mod modGraphic">
          <ac:chgData name="Иветта Новикова" userId="e708aafe7de06156" providerId="LiveId" clId="{1DDD99BC-1B1C-4B7E-BD71-48C89F26EB09}" dt="2018-03-10T11:27:32.302" v="1101" actId="20577"/>
          <ac:graphicFrameMkLst>
            <pc:docMk/>
            <pc:sldMk cId="2846598563" sldId="297"/>
            <ac:graphicFrameMk id="7" creationId="{6539AD3B-CEB0-44C2-BBB2-AAE01800D2E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B200EA-99DE-4FB7-A40D-D1BDC764B6F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2EFBDD-9E1C-439B-80BF-316E6352C89E}">
      <dgm:prSet phldrT="[Текст]" custT="1"/>
      <dgm:spPr/>
      <dgm:t>
        <a:bodyPr/>
        <a:lstStyle/>
        <a:p>
          <a:r>
            <a:rPr lang="ru-RU" sz="1200" dirty="0"/>
            <a:t>КАЗНАЧЕЙ</a:t>
          </a:r>
        </a:p>
      </dgm:t>
    </dgm:pt>
    <dgm:pt modelId="{460B0187-DF22-419E-80A1-C1A6492C5292}" type="parTrans" cxnId="{86B190D5-57B5-4EA3-B115-4941F2840753}">
      <dgm:prSet/>
      <dgm:spPr/>
      <dgm:t>
        <a:bodyPr/>
        <a:lstStyle/>
        <a:p>
          <a:endParaRPr lang="ru-RU"/>
        </a:p>
      </dgm:t>
    </dgm:pt>
    <dgm:pt modelId="{A904837A-76E5-443E-9CCE-339F37CD1E44}" type="sibTrans" cxnId="{86B190D5-57B5-4EA3-B115-4941F2840753}">
      <dgm:prSet/>
      <dgm:spPr/>
      <dgm:t>
        <a:bodyPr/>
        <a:lstStyle/>
        <a:p>
          <a:endParaRPr lang="ru-RU"/>
        </a:p>
      </dgm:t>
    </dgm:pt>
    <dgm:pt modelId="{C4F52C68-46BE-442A-B65A-2A43759C7802}">
      <dgm:prSet phldrT="[Текст]" custT="1"/>
      <dgm:spPr/>
      <dgm:t>
        <a:bodyPr/>
        <a:lstStyle/>
        <a:p>
          <a:r>
            <a:rPr lang="ru-RU" sz="1000" dirty="0"/>
            <a:t>Управление платежным центром, прогнозирование</a:t>
          </a:r>
        </a:p>
      </dgm:t>
    </dgm:pt>
    <dgm:pt modelId="{A17D1D1C-CD75-4A09-B6FE-16383CB83268}" type="parTrans" cxnId="{D730F9E5-4FE8-4D4F-A5FF-16678CDCDDCB}">
      <dgm:prSet/>
      <dgm:spPr/>
      <dgm:t>
        <a:bodyPr/>
        <a:lstStyle/>
        <a:p>
          <a:endParaRPr lang="ru-RU"/>
        </a:p>
      </dgm:t>
    </dgm:pt>
    <dgm:pt modelId="{473D143C-597C-4928-9CFE-E8CDA31D215F}" type="sibTrans" cxnId="{D730F9E5-4FE8-4D4F-A5FF-16678CDCDDCB}">
      <dgm:prSet/>
      <dgm:spPr/>
      <dgm:t>
        <a:bodyPr/>
        <a:lstStyle/>
        <a:p>
          <a:endParaRPr lang="ru-RU"/>
        </a:p>
      </dgm:t>
    </dgm:pt>
    <dgm:pt modelId="{9AC36F1A-0498-4F80-8FCE-C49B6F820DA1}">
      <dgm:prSet phldrT="[Текст]" custT="1"/>
      <dgm:spPr/>
      <dgm:t>
        <a:bodyPr/>
        <a:lstStyle/>
        <a:p>
          <a:r>
            <a:rPr lang="ru-RU" sz="1000" dirty="0"/>
            <a:t>Внешние проекты: финансирование, кредитование, отслеживание ковенант, </a:t>
          </a:r>
          <a:r>
            <a:rPr lang="en-US" sz="1000" dirty="0"/>
            <a:t>bank relations</a:t>
          </a:r>
          <a:endParaRPr lang="ru-RU" sz="1000" dirty="0"/>
        </a:p>
      </dgm:t>
    </dgm:pt>
    <dgm:pt modelId="{C329FE39-BF67-4ECF-9E23-6DA51402DD17}" type="parTrans" cxnId="{DC73DC83-F3DA-4D60-A145-3E33D4E67A8C}">
      <dgm:prSet/>
      <dgm:spPr/>
      <dgm:t>
        <a:bodyPr/>
        <a:lstStyle/>
        <a:p>
          <a:endParaRPr lang="ru-RU"/>
        </a:p>
      </dgm:t>
    </dgm:pt>
    <dgm:pt modelId="{2C08370F-83A3-4434-8831-E554943E9723}" type="sibTrans" cxnId="{DC73DC83-F3DA-4D60-A145-3E33D4E67A8C}">
      <dgm:prSet/>
      <dgm:spPr/>
      <dgm:t>
        <a:bodyPr/>
        <a:lstStyle/>
        <a:p>
          <a:endParaRPr lang="ru-RU"/>
        </a:p>
      </dgm:t>
    </dgm:pt>
    <dgm:pt modelId="{24D94FB4-A43B-4DBC-B45D-80AB3CA7A844}">
      <dgm:prSet phldrT="[Текст]" custT="1"/>
      <dgm:spPr/>
      <dgm:t>
        <a:bodyPr/>
        <a:lstStyle/>
        <a:p>
          <a:r>
            <a:rPr lang="ru-RU" sz="1000" dirty="0"/>
            <a:t>Внутренние проекты: инкассация, банкоматы, </a:t>
          </a:r>
          <a:r>
            <a:rPr lang="ru-RU" sz="1000" dirty="0" err="1"/>
            <a:t>хеджинг</a:t>
          </a:r>
          <a:r>
            <a:rPr lang="ru-RU" sz="1000" dirty="0"/>
            <a:t>, зарплатный проект, страхование</a:t>
          </a:r>
        </a:p>
      </dgm:t>
    </dgm:pt>
    <dgm:pt modelId="{F1113A26-118A-4604-8716-1E676EC5FDB0}" type="parTrans" cxnId="{33BE0C21-9BA0-4069-9D17-C1F1610A0582}">
      <dgm:prSet/>
      <dgm:spPr/>
      <dgm:t>
        <a:bodyPr/>
        <a:lstStyle/>
        <a:p>
          <a:endParaRPr lang="ru-RU"/>
        </a:p>
      </dgm:t>
    </dgm:pt>
    <dgm:pt modelId="{CC5A49E8-BF67-4DC0-B5C5-645619BBA323}" type="sibTrans" cxnId="{33BE0C21-9BA0-4069-9D17-C1F1610A0582}">
      <dgm:prSet/>
      <dgm:spPr/>
      <dgm:t>
        <a:bodyPr/>
        <a:lstStyle/>
        <a:p>
          <a:endParaRPr lang="ru-RU"/>
        </a:p>
      </dgm:t>
    </dgm:pt>
    <dgm:pt modelId="{457BC07D-3AE9-4E97-AF29-51F30FE01194}" type="pres">
      <dgm:prSet presAssocID="{46B200EA-99DE-4FB7-A40D-D1BDC764B6F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C4304563-0B19-47E6-950E-FFC20A6AB5E9}" type="pres">
      <dgm:prSet presAssocID="{B52EFBDD-9E1C-439B-80BF-316E6352C89E}" presName="hierRoot1" presStyleCnt="0">
        <dgm:presLayoutVars>
          <dgm:hierBranch val="init"/>
        </dgm:presLayoutVars>
      </dgm:prSet>
      <dgm:spPr/>
    </dgm:pt>
    <dgm:pt modelId="{9A9AF3ED-0AC0-423B-B20D-B5E6A528DC13}" type="pres">
      <dgm:prSet presAssocID="{B52EFBDD-9E1C-439B-80BF-316E6352C89E}" presName="rootComposite1" presStyleCnt="0"/>
      <dgm:spPr/>
    </dgm:pt>
    <dgm:pt modelId="{B0140DC7-4AF4-4F1E-929E-6FC6CB821009}" type="pres">
      <dgm:prSet presAssocID="{B52EFBDD-9E1C-439B-80BF-316E6352C89E}" presName="rootText1" presStyleLbl="node0" presStyleIdx="0" presStyleCnt="1" custScaleY="5381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287E332-2B4C-4CF6-BD31-0F3FB8E8254D}" type="pres">
      <dgm:prSet presAssocID="{B52EFBDD-9E1C-439B-80BF-316E6352C89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07E2BA38-05FB-41D7-9A41-222103D24AEB}" type="pres">
      <dgm:prSet presAssocID="{B52EFBDD-9E1C-439B-80BF-316E6352C89E}" presName="hierChild2" presStyleCnt="0"/>
      <dgm:spPr/>
    </dgm:pt>
    <dgm:pt modelId="{8A2752D5-13A1-4AF4-B984-5E83E470A13F}" type="pres">
      <dgm:prSet presAssocID="{A17D1D1C-CD75-4A09-B6FE-16383CB83268}" presName="Name37" presStyleLbl="parChTrans1D2" presStyleIdx="0" presStyleCnt="3"/>
      <dgm:spPr/>
      <dgm:t>
        <a:bodyPr/>
        <a:lstStyle/>
        <a:p>
          <a:endParaRPr lang="ru-RU"/>
        </a:p>
      </dgm:t>
    </dgm:pt>
    <dgm:pt modelId="{2BB57EC7-C136-4682-825C-CF5B80E8CA10}" type="pres">
      <dgm:prSet presAssocID="{C4F52C68-46BE-442A-B65A-2A43759C7802}" presName="hierRoot2" presStyleCnt="0">
        <dgm:presLayoutVars>
          <dgm:hierBranch val="init"/>
        </dgm:presLayoutVars>
      </dgm:prSet>
      <dgm:spPr/>
    </dgm:pt>
    <dgm:pt modelId="{386DCC7C-95A2-4958-9156-A0ABCB15689D}" type="pres">
      <dgm:prSet presAssocID="{C4F52C68-46BE-442A-B65A-2A43759C7802}" presName="rootComposite" presStyleCnt="0"/>
      <dgm:spPr/>
    </dgm:pt>
    <dgm:pt modelId="{58AB7122-86C7-4049-912D-36F4AAD60D08}" type="pres">
      <dgm:prSet presAssocID="{C4F52C68-46BE-442A-B65A-2A43759C7802}" presName="rootText" presStyleLbl="node2" presStyleIdx="0" presStyleCnt="3" custScaleX="98149" custScaleY="2166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66DD6B6-FDA0-42B6-B0C8-6BFDA8586CCC}" type="pres">
      <dgm:prSet presAssocID="{C4F52C68-46BE-442A-B65A-2A43759C7802}" presName="rootConnector" presStyleLbl="node2" presStyleIdx="0" presStyleCnt="3"/>
      <dgm:spPr/>
      <dgm:t>
        <a:bodyPr/>
        <a:lstStyle/>
        <a:p>
          <a:endParaRPr lang="ru-RU"/>
        </a:p>
      </dgm:t>
    </dgm:pt>
    <dgm:pt modelId="{26D90001-BB03-43AB-A75E-927A710594FB}" type="pres">
      <dgm:prSet presAssocID="{C4F52C68-46BE-442A-B65A-2A43759C7802}" presName="hierChild4" presStyleCnt="0"/>
      <dgm:spPr/>
    </dgm:pt>
    <dgm:pt modelId="{2E37CE0A-F363-4634-B2FA-34009D9630DA}" type="pres">
      <dgm:prSet presAssocID="{C4F52C68-46BE-442A-B65A-2A43759C7802}" presName="hierChild5" presStyleCnt="0"/>
      <dgm:spPr/>
    </dgm:pt>
    <dgm:pt modelId="{BF2047C4-E486-4E9E-B8AE-87EFBD48E624}" type="pres">
      <dgm:prSet presAssocID="{C329FE39-BF67-4ECF-9E23-6DA51402DD17}" presName="Name37" presStyleLbl="parChTrans1D2" presStyleIdx="1" presStyleCnt="3"/>
      <dgm:spPr/>
      <dgm:t>
        <a:bodyPr/>
        <a:lstStyle/>
        <a:p>
          <a:endParaRPr lang="ru-RU"/>
        </a:p>
      </dgm:t>
    </dgm:pt>
    <dgm:pt modelId="{776D89E3-76AA-4E79-B460-D32C0F85F519}" type="pres">
      <dgm:prSet presAssocID="{9AC36F1A-0498-4F80-8FCE-C49B6F820DA1}" presName="hierRoot2" presStyleCnt="0">
        <dgm:presLayoutVars>
          <dgm:hierBranch val="init"/>
        </dgm:presLayoutVars>
      </dgm:prSet>
      <dgm:spPr/>
    </dgm:pt>
    <dgm:pt modelId="{618C0434-759F-458D-A2AA-C100CC6BD10F}" type="pres">
      <dgm:prSet presAssocID="{9AC36F1A-0498-4F80-8FCE-C49B6F820DA1}" presName="rootComposite" presStyleCnt="0"/>
      <dgm:spPr/>
    </dgm:pt>
    <dgm:pt modelId="{19527166-721E-404D-B018-96D836F54D67}" type="pres">
      <dgm:prSet presAssocID="{9AC36F1A-0498-4F80-8FCE-C49B6F820DA1}" presName="rootText" presStyleLbl="node2" presStyleIdx="1" presStyleCnt="3" custScaleY="2166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C18E972-BBDD-477D-99CC-5B85A51D6E03}" type="pres">
      <dgm:prSet presAssocID="{9AC36F1A-0498-4F80-8FCE-C49B6F820DA1}" presName="rootConnector" presStyleLbl="node2" presStyleIdx="1" presStyleCnt="3"/>
      <dgm:spPr/>
      <dgm:t>
        <a:bodyPr/>
        <a:lstStyle/>
        <a:p>
          <a:endParaRPr lang="ru-RU"/>
        </a:p>
      </dgm:t>
    </dgm:pt>
    <dgm:pt modelId="{0634F9BC-2172-4BB6-B5A3-BBE02BDE3173}" type="pres">
      <dgm:prSet presAssocID="{9AC36F1A-0498-4F80-8FCE-C49B6F820DA1}" presName="hierChild4" presStyleCnt="0"/>
      <dgm:spPr/>
    </dgm:pt>
    <dgm:pt modelId="{DCAEED6E-578C-4DC6-AF31-953CF0BE54C6}" type="pres">
      <dgm:prSet presAssocID="{9AC36F1A-0498-4F80-8FCE-C49B6F820DA1}" presName="hierChild5" presStyleCnt="0"/>
      <dgm:spPr/>
    </dgm:pt>
    <dgm:pt modelId="{094A82BB-B1EB-4CEF-A078-9F4E36B9FEB5}" type="pres">
      <dgm:prSet presAssocID="{F1113A26-118A-4604-8716-1E676EC5FDB0}" presName="Name37" presStyleLbl="parChTrans1D2" presStyleIdx="2" presStyleCnt="3"/>
      <dgm:spPr/>
      <dgm:t>
        <a:bodyPr/>
        <a:lstStyle/>
        <a:p>
          <a:endParaRPr lang="ru-RU"/>
        </a:p>
      </dgm:t>
    </dgm:pt>
    <dgm:pt modelId="{7C84AF1F-6C53-4ADE-A5C7-87D8BBAD64EF}" type="pres">
      <dgm:prSet presAssocID="{24D94FB4-A43B-4DBC-B45D-80AB3CA7A844}" presName="hierRoot2" presStyleCnt="0">
        <dgm:presLayoutVars>
          <dgm:hierBranch val="init"/>
        </dgm:presLayoutVars>
      </dgm:prSet>
      <dgm:spPr/>
    </dgm:pt>
    <dgm:pt modelId="{25836A91-45E6-4B4A-B5C7-9618463FE67D}" type="pres">
      <dgm:prSet presAssocID="{24D94FB4-A43B-4DBC-B45D-80AB3CA7A844}" presName="rootComposite" presStyleCnt="0"/>
      <dgm:spPr/>
    </dgm:pt>
    <dgm:pt modelId="{28D7EC0E-83F2-45FE-80FC-5EB42BDF1241}" type="pres">
      <dgm:prSet presAssocID="{24D94FB4-A43B-4DBC-B45D-80AB3CA7A844}" presName="rootText" presStyleLbl="node2" presStyleIdx="2" presStyleCnt="3" custScaleY="2166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94FC279-C7F5-4ED2-84D4-295E7D64AAFE}" type="pres">
      <dgm:prSet presAssocID="{24D94FB4-A43B-4DBC-B45D-80AB3CA7A844}" presName="rootConnector" presStyleLbl="node2" presStyleIdx="2" presStyleCnt="3"/>
      <dgm:spPr/>
      <dgm:t>
        <a:bodyPr/>
        <a:lstStyle/>
        <a:p>
          <a:endParaRPr lang="ru-RU"/>
        </a:p>
      </dgm:t>
    </dgm:pt>
    <dgm:pt modelId="{247019B9-0F43-40DB-BE20-6D418C1ABACE}" type="pres">
      <dgm:prSet presAssocID="{24D94FB4-A43B-4DBC-B45D-80AB3CA7A844}" presName="hierChild4" presStyleCnt="0"/>
      <dgm:spPr/>
    </dgm:pt>
    <dgm:pt modelId="{3C52E8D6-3AA2-4D68-999E-AE784F727B01}" type="pres">
      <dgm:prSet presAssocID="{24D94FB4-A43B-4DBC-B45D-80AB3CA7A844}" presName="hierChild5" presStyleCnt="0"/>
      <dgm:spPr/>
    </dgm:pt>
    <dgm:pt modelId="{95D5E2FE-B5DC-4250-8329-417AED147069}" type="pres">
      <dgm:prSet presAssocID="{B52EFBDD-9E1C-439B-80BF-316E6352C89E}" presName="hierChild3" presStyleCnt="0"/>
      <dgm:spPr/>
    </dgm:pt>
  </dgm:ptLst>
  <dgm:cxnLst>
    <dgm:cxn modelId="{C36424D6-487D-4D7D-B582-21F4B0B1559B}" type="presOf" srcId="{C4F52C68-46BE-442A-B65A-2A43759C7802}" destId="{58AB7122-86C7-4049-912D-36F4AAD60D08}" srcOrd="0" destOrd="0" presId="urn:microsoft.com/office/officeart/2005/8/layout/orgChart1"/>
    <dgm:cxn modelId="{33BE0C21-9BA0-4069-9D17-C1F1610A0582}" srcId="{B52EFBDD-9E1C-439B-80BF-316E6352C89E}" destId="{24D94FB4-A43B-4DBC-B45D-80AB3CA7A844}" srcOrd="2" destOrd="0" parTransId="{F1113A26-118A-4604-8716-1E676EC5FDB0}" sibTransId="{CC5A49E8-BF67-4DC0-B5C5-645619BBA323}"/>
    <dgm:cxn modelId="{67E006A8-E3D8-4CC6-9B78-A2E0EB1DF646}" type="presOf" srcId="{B52EFBDD-9E1C-439B-80BF-316E6352C89E}" destId="{8287E332-2B4C-4CF6-BD31-0F3FB8E8254D}" srcOrd="1" destOrd="0" presId="urn:microsoft.com/office/officeart/2005/8/layout/orgChart1"/>
    <dgm:cxn modelId="{C6CDB2B8-B030-4DB5-ADF8-882F99CA5B44}" type="presOf" srcId="{B52EFBDD-9E1C-439B-80BF-316E6352C89E}" destId="{B0140DC7-4AF4-4F1E-929E-6FC6CB821009}" srcOrd="0" destOrd="0" presId="urn:microsoft.com/office/officeart/2005/8/layout/orgChart1"/>
    <dgm:cxn modelId="{DC73DC83-F3DA-4D60-A145-3E33D4E67A8C}" srcId="{B52EFBDD-9E1C-439B-80BF-316E6352C89E}" destId="{9AC36F1A-0498-4F80-8FCE-C49B6F820DA1}" srcOrd="1" destOrd="0" parTransId="{C329FE39-BF67-4ECF-9E23-6DA51402DD17}" sibTransId="{2C08370F-83A3-4434-8831-E554943E9723}"/>
    <dgm:cxn modelId="{9AD08C47-005E-4F10-8B5C-A4A182170028}" type="presOf" srcId="{C4F52C68-46BE-442A-B65A-2A43759C7802}" destId="{566DD6B6-FDA0-42B6-B0C8-6BFDA8586CCC}" srcOrd="1" destOrd="0" presId="urn:microsoft.com/office/officeart/2005/8/layout/orgChart1"/>
    <dgm:cxn modelId="{D730F9E5-4FE8-4D4F-A5FF-16678CDCDDCB}" srcId="{B52EFBDD-9E1C-439B-80BF-316E6352C89E}" destId="{C4F52C68-46BE-442A-B65A-2A43759C7802}" srcOrd="0" destOrd="0" parTransId="{A17D1D1C-CD75-4A09-B6FE-16383CB83268}" sibTransId="{473D143C-597C-4928-9CFE-E8CDA31D215F}"/>
    <dgm:cxn modelId="{D3555243-FD40-4B30-8C8A-5F1DDBF77409}" type="presOf" srcId="{F1113A26-118A-4604-8716-1E676EC5FDB0}" destId="{094A82BB-B1EB-4CEF-A078-9F4E36B9FEB5}" srcOrd="0" destOrd="0" presId="urn:microsoft.com/office/officeart/2005/8/layout/orgChart1"/>
    <dgm:cxn modelId="{86B190D5-57B5-4EA3-B115-4941F2840753}" srcId="{46B200EA-99DE-4FB7-A40D-D1BDC764B6F7}" destId="{B52EFBDD-9E1C-439B-80BF-316E6352C89E}" srcOrd="0" destOrd="0" parTransId="{460B0187-DF22-419E-80A1-C1A6492C5292}" sibTransId="{A904837A-76E5-443E-9CCE-339F37CD1E44}"/>
    <dgm:cxn modelId="{B7C0363E-031B-49AE-8409-970AADDC071A}" type="presOf" srcId="{24D94FB4-A43B-4DBC-B45D-80AB3CA7A844}" destId="{28D7EC0E-83F2-45FE-80FC-5EB42BDF1241}" srcOrd="0" destOrd="0" presId="urn:microsoft.com/office/officeart/2005/8/layout/orgChart1"/>
    <dgm:cxn modelId="{46CCF26B-0280-4996-847B-715BF7A21AD3}" type="presOf" srcId="{24D94FB4-A43B-4DBC-B45D-80AB3CA7A844}" destId="{294FC279-C7F5-4ED2-84D4-295E7D64AAFE}" srcOrd="1" destOrd="0" presId="urn:microsoft.com/office/officeart/2005/8/layout/orgChart1"/>
    <dgm:cxn modelId="{DF5FC8CE-468D-45DC-B5D6-5832A5EF0780}" type="presOf" srcId="{9AC36F1A-0498-4F80-8FCE-C49B6F820DA1}" destId="{1C18E972-BBDD-477D-99CC-5B85A51D6E03}" srcOrd="1" destOrd="0" presId="urn:microsoft.com/office/officeart/2005/8/layout/orgChart1"/>
    <dgm:cxn modelId="{570FD395-BF92-4D3E-B5B8-9854523E311D}" type="presOf" srcId="{46B200EA-99DE-4FB7-A40D-D1BDC764B6F7}" destId="{457BC07D-3AE9-4E97-AF29-51F30FE01194}" srcOrd="0" destOrd="0" presId="urn:microsoft.com/office/officeart/2005/8/layout/orgChart1"/>
    <dgm:cxn modelId="{8C9992FF-2059-47D0-8EF0-07F90C0AA764}" type="presOf" srcId="{9AC36F1A-0498-4F80-8FCE-C49B6F820DA1}" destId="{19527166-721E-404D-B018-96D836F54D67}" srcOrd="0" destOrd="0" presId="urn:microsoft.com/office/officeart/2005/8/layout/orgChart1"/>
    <dgm:cxn modelId="{60864A0D-C719-4063-9AA2-4BF5D83B3435}" type="presOf" srcId="{A17D1D1C-CD75-4A09-B6FE-16383CB83268}" destId="{8A2752D5-13A1-4AF4-B984-5E83E470A13F}" srcOrd="0" destOrd="0" presId="urn:microsoft.com/office/officeart/2005/8/layout/orgChart1"/>
    <dgm:cxn modelId="{9A6E4E8A-F68D-4930-9F48-29E2DA8775CD}" type="presOf" srcId="{C329FE39-BF67-4ECF-9E23-6DA51402DD17}" destId="{BF2047C4-E486-4E9E-B8AE-87EFBD48E624}" srcOrd="0" destOrd="0" presId="urn:microsoft.com/office/officeart/2005/8/layout/orgChart1"/>
    <dgm:cxn modelId="{E3ABB8B9-363B-4120-812E-A72C0911F0F5}" type="presParOf" srcId="{457BC07D-3AE9-4E97-AF29-51F30FE01194}" destId="{C4304563-0B19-47E6-950E-FFC20A6AB5E9}" srcOrd="0" destOrd="0" presId="urn:microsoft.com/office/officeart/2005/8/layout/orgChart1"/>
    <dgm:cxn modelId="{204F9D67-8198-44D4-90F0-2FB6CE7DCE89}" type="presParOf" srcId="{C4304563-0B19-47E6-950E-FFC20A6AB5E9}" destId="{9A9AF3ED-0AC0-423B-B20D-B5E6A528DC13}" srcOrd="0" destOrd="0" presId="urn:microsoft.com/office/officeart/2005/8/layout/orgChart1"/>
    <dgm:cxn modelId="{BF4B004A-FF6E-4885-BA85-1EF6AC379B14}" type="presParOf" srcId="{9A9AF3ED-0AC0-423B-B20D-B5E6A528DC13}" destId="{B0140DC7-4AF4-4F1E-929E-6FC6CB821009}" srcOrd="0" destOrd="0" presId="urn:microsoft.com/office/officeart/2005/8/layout/orgChart1"/>
    <dgm:cxn modelId="{14AE8D9B-A403-4D2C-BD73-7C32E881B9C9}" type="presParOf" srcId="{9A9AF3ED-0AC0-423B-B20D-B5E6A528DC13}" destId="{8287E332-2B4C-4CF6-BD31-0F3FB8E8254D}" srcOrd="1" destOrd="0" presId="urn:microsoft.com/office/officeart/2005/8/layout/orgChart1"/>
    <dgm:cxn modelId="{69F2D682-CF87-4B46-943A-A86DF7F5DBE5}" type="presParOf" srcId="{C4304563-0B19-47E6-950E-FFC20A6AB5E9}" destId="{07E2BA38-05FB-41D7-9A41-222103D24AEB}" srcOrd="1" destOrd="0" presId="urn:microsoft.com/office/officeart/2005/8/layout/orgChart1"/>
    <dgm:cxn modelId="{274A1810-9DB5-40EE-890F-4C681DDF1F37}" type="presParOf" srcId="{07E2BA38-05FB-41D7-9A41-222103D24AEB}" destId="{8A2752D5-13A1-4AF4-B984-5E83E470A13F}" srcOrd="0" destOrd="0" presId="urn:microsoft.com/office/officeart/2005/8/layout/orgChart1"/>
    <dgm:cxn modelId="{9C983D7B-5EDC-4826-B497-315161CFBA46}" type="presParOf" srcId="{07E2BA38-05FB-41D7-9A41-222103D24AEB}" destId="{2BB57EC7-C136-4682-825C-CF5B80E8CA10}" srcOrd="1" destOrd="0" presId="urn:microsoft.com/office/officeart/2005/8/layout/orgChart1"/>
    <dgm:cxn modelId="{29C48B9B-5220-4DC4-B2C5-9DAB34280C16}" type="presParOf" srcId="{2BB57EC7-C136-4682-825C-CF5B80E8CA10}" destId="{386DCC7C-95A2-4958-9156-A0ABCB15689D}" srcOrd="0" destOrd="0" presId="urn:microsoft.com/office/officeart/2005/8/layout/orgChart1"/>
    <dgm:cxn modelId="{45A4240C-3D0D-4621-8EDE-7EBC194080D5}" type="presParOf" srcId="{386DCC7C-95A2-4958-9156-A0ABCB15689D}" destId="{58AB7122-86C7-4049-912D-36F4AAD60D08}" srcOrd="0" destOrd="0" presId="urn:microsoft.com/office/officeart/2005/8/layout/orgChart1"/>
    <dgm:cxn modelId="{50E5A614-A612-4742-B7B1-77BAAC05D244}" type="presParOf" srcId="{386DCC7C-95A2-4958-9156-A0ABCB15689D}" destId="{566DD6B6-FDA0-42B6-B0C8-6BFDA8586CCC}" srcOrd="1" destOrd="0" presId="urn:microsoft.com/office/officeart/2005/8/layout/orgChart1"/>
    <dgm:cxn modelId="{A502A6F1-DCB0-4609-BFB7-ACB6EF9DA198}" type="presParOf" srcId="{2BB57EC7-C136-4682-825C-CF5B80E8CA10}" destId="{26D90001-BB03-43AB-A75E-927A710594FB}" srcOrd="1" destOrd="0" presId="urn:microsoft.com/office/officeart/2005/8/layout/orgChart1"/>
    <dgm:cxn modelId="{A5B296D2-54ED-444C-B9B9-A426F65D0EB2}" type="presParOf" srcId="{2BB57EC7-C136-4682-825C-CF5B80E8CA10}" destId="{2E37CE0A-F363-4634-B2FA-34009D9630DA}" srcOrd="2" destOrd="0" presId="urn:microsoft.com/office/officeart/2005/8/layout/orgChart1"/>
    <dgm:cxn modelId="{60946CC9-F89C-4A1E-9725-7D52949F8E45}" type="presParOf" srcId="{07E2BA38-05FB-41D7-9A41-222103D24AEB}" destId="{BF2047C4-E486-4E9E-B8AE-87EFBD48E624}" srcOrd="2" destOrd="0" presId="urn:microsoft.com/office/officeart/2005/8/layout/orgChart1"/>
    <dgm:cxn modelId="{B47FB8B8-8603-4782-AA58-2169964312B4}" type="presParOf" srcId="{07E2BA38-05FB-41D7-9A41-222103D24AEB}" destId="{776D89E3-76AA-4E79-B460-D32C0F85F519}" srcOrd="3" destOrd="0" presId="urn:microsoft.com/office/officeart/2005/8/layout/orgChart1"/>
    <dgm:cxn modelId="{AB28C4B7-9CF3-44CF-A511-0356674DF018}" type="presParOf" srcId="{776D89E3-76AA-4E79-B460-D32C0F85F519}" destId="{618C0434-759F-458D-A2AA-C100CC6BD10F}" srcOrd="0" destOrd="0" presId="urn:microsoft.com/office/officeart/2005/8/layout/orgChart1"/>
    <dgm:cxn modelId="{DCAEDC0D-F956-4C6F-A4D8-E16D6A08F697}" type="presParOf" srcId="{618C0434-759F-458D-A2AA-C100CC6BD10F}" destId="{19527166-721E-404D-B018-96D836F54D67}" srcOrd="0" destOrd="0" presId="urn:microsoft.com/office/officeart/2005/8/layout/orgChart1"/>
    <dgm:cxn modelId="{B7E1675A-FD4A-45C5-A9C5-EA42522C6CDD}" type="presParOf" srcId="{618C0434-759F-458D-A2AA-C100CC6BD10F}" destId="{1C18E972-BBDD-477D-99CC-5B85A51D6E03}" srcOrd="1" destOrd="0" presId="urn:microsoft.com/office/officeart/2005/8/layout/orgChart1"/>
    <dgm:cxn modelId="{0B3922E1-CA2F-4B66-97A0-CAD9E55E8C6E}" type="presParOf" srcId="{776D89E3-76AA-4E79-B460-D32C0F85F519}" destId="{0634F9BC-2172-4BB6-B5A3-BBE02BDE3173}" srcOrd="1" destOrd="0" presId="urn:microsoft.com/office/officeart/2005/8/layout/orgChart1"/>
    <dgm:cxn modelId="{6B0470BE-D73B-4BC3-B514-07773D338231}" type="presParOf" srcId="{776D89E3-76AA-4E79-B460-D32C0F85F519}" destId="{DCAEED6E-578C-4DC6-AF31-953CF0BE54C6}" srcOrd="2" destOrd="0" presId="urn:microsoft.com/office/officeart/2005/8/layout/orgChart1"/>
    <dgm:cxn modelId="{4C39B605-F87C-49B6-88A0-16B7F77446DD}" type="presParOf" srcId="{07E2BA38-05FB-41D7-9A41-222103D24AEB}" destId="{094A82BB-B1EB-4CEF-A078-9F4E36B9FEB5}" srcOrd="4" destOrd="0" presId="urn:microsoft.com/office/officeart/2005/8/layout/orgChart1"/>
    <dgm:cxn modelId="{49358C3D-149E-4D2F-BF7C-28B0612B801F}" type="presParOf" srcId="{07E2BA38-05FB-41D7-9A41-222103D24AEB}" destId="{7C84AF1F-6C53-4ADE-A5C7-87D8BBAD64EF}" srcOrd="5" destOrd="0" presId="urn:microsoft.com/office/officeart/2005/8/layout/orgChart1"/>
    <dgm:cxn modelId="{4B0A474D-8D2B-4DF4-9C1F-EBFE5C8A1ED1}" type="presParOf" srcId="{7C84AF1F-6C53-4ADE-A5C7-87D8BBAD64EF}" destId="{25836A91-45E6-4B4A-B5C7-9618463FE67D}" srcOrd="0" destOrd="0" presId="urn:microsoft.com/office/officeart/2005/8/layout/orgChart1"/>
    <dgm:cxn modelId="{3110F9CD-DBF7-4367-A20B-ED0C5A7D1E37}" type="presParOf" srcId="{25836A91-45E6-4B4A-B5C7-9618463FE67D}" destId="{28D7EC0E-83F2-45FE-80FC-5EB42BDF1241}" srcOrd="0" destOrd="0" presId="urn:microsoft.com/office/officeart/2005/8/layout/orgChart1"/>
    <dgm:cxn modelId="{EC07870D-155B-44DD-9CA2-97E34B710AE1}" type="presParOf" srcId="{25836A91-45E6-4B4A-B5C7-9618463FE67D}" destId="{294FC279-C7F5-4ED2-84D4-295E7D64AAFE}" srcOrd="1" destOrd="0" presId="urn:microsoft.com/office/officeart/2005/8/layout/orgChart1"/>
    <dgm:cxn modelId="{2136C2DA-A798-4E00-AF49-B03F5C188E5A}" type="presParOf" srcId="{7C84AF1F-6C53-4ADE-A5C7-87D8BBAD64EF}" destId="{247019B9-0F43-40DB-BE20-6D418C1ABACE}" srcOrd="1" destOrd="0" presId="urn:microsoft.com/office/officeart/2005/8/layout/orgChart1"/>
    <dgm:cxn modelId="{EFCDF68C-430A-4A6C-A55B-C5E25EBC3CE7}" type="presParOf" srcId="{7C84AF1F-6C53-4ADE-A5C7-87D8BBAD64EF}" destId="{3C52E8D6-3AA2-4D68-999E-AE784F727B01}" srcOrd="2" destOrd="0" presId="urn:microsoft.com/office/officeart/2005/8/layout/orgChart1"/>
    <dgm:cxn modelId="{3A84342B-7A3D-4190-B14F-2AEA350227A3}" type="presParOf" srcId="{C4304563-0B19-47E6-950E-FFC20A6AB5E9}" destId="{95D5E2FE-B5DC-4250-8329-417AED14706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7E3A61-1FEB-444D-A0F5-394E7F0EAE6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BFCE477-732C-42DE-B199-B30104B75CDC}">
      <dgm:prSet phldrT="[Текст]" custT="1"/>
      <dgm:spPr/>
      <dgm:t>
        <a:bodyPr/>
        <a:lstStyle/>
        <a:p>
          <a:r>
            <a:rPr lang="ru-RU" sz="900" dirty="0"/>
            <a:t>Сбор заявок и прогнозов по текущим платежам, подготовка информации для платежей.</a:t>
          </a:r>
        </a:p>
        <a:p>
          <a:r>
            <a:rPr lang="ru-RU" sz="900" dirty="0"/>
            <a:t>Скользящий прогноз платежей и поступлений на 2 недели.</a:t>
          </a:r>
        </a:p>
        <a:p>
          <a:r>
            <a:rPr lang="ru-RU" sz="900" dirty="0" err="1"/>
            <a:t>Овернайты</a:t>
          </a:r>
          <a:r>
            <a:rPr lang="ru-RU" sz="900" dirty="0"/>
            <a:t> и размещение </a:t>
          </a:r>
        </a:p>
      </dgm:t>
    </dgm:pt>
    <dgm:pt modelId="{54B97E74-D244-4598-8E10-FF87772037E3}" type="parTrans" cxnId="{568D20D6-EA59-43CF-9592-9ABDF81637E9}">
      <dgm:prSet/>
      <dgm:spPr/>
      <dgm:t>
        <a:bodyPr/>
        <a:lstStyle/>
        <a:p>
          <a:endParaRPr lang="ru-RU"/>
        </a:p>
      </dgm:t>
    </dgm:pt>
    <dgm:pt modelId="{59D93110-C8B1-45FC-B4A4-4317E3BC66D5}" type="sibTrans" cxnId="{568D20D6-EA59-43CF-9592-9ABDF81637E9}">
      <dgm:prSet/>
      <dgm:spPr/>
      <dgm:t>
        <a:bodyPr/>
        <a:lstStyle/>
        <a:p>
          <a:endParaRPr lang="ru-RU"/>
        </a:p>
      </dgm:t>
    </dgm:pt>
    <dgm:pt modelId="{B3795DC3-D635-4B29-8010-0E4ACE1DD872}">
      <dgm:prSet phldrT="[Текст]" custT="1"/>
      <dgm:spPr/>
      <dgm:t>
        <a:bodyPr/>
        <a:lstStyle/>
        <a:p>
          <a:r>
            <a:rPr lang="ru-RU" sz="800" dirty="0"/>
            <a:t>Отчет по остаткам на конец дня.</a:t>
          </a:r>
        </a:p>
        <a:p>
          <a:r>
            <a:rPr lang="ru-RU" sz="800" dirty="0"/>
            <a:t>Подготовка информации для платежей.</a:t>
          </a:r>
        </a:p>
        <a:p>
          <a:r>
            <a:rPr lang="ru-RU" sz="800" dirty="0"/>
            <a:t>Работа с подписантами и отправка платежей.</a:t>
          </a:r>
        </a:p>
        <a:p>
          <a:r>
            <a:rPr lang="ru-RU" sz="800" dirty="0"/>
            <a:t>Перераспределение средств между компаниями группы</a:t>
          </a:r>
        </a:p>
      </dgm:t>
    </dgm:pt>
    <dgm:pt modelId="{5E391211-609A-42E7-9D14-5E7AD48E9D1D}" type="parTrans" cxnId="{813CA328-E7C8-4F73-A040-BC92B2A08556}">
      <dgm:prSet/>
      <dgm:spPr/>
      <dgm:t>
        <a:bodyPr/>
        <a:lstStyle/>
        <a:p>
          <a:endParaRPr lang="ru-RU"/>
        </a:p>
      </dgm:t>
    </dgm:pt>
    <dgm:pt modelId="{6446D5FA-308A-47EE-98A5-00269608EADB}" type="sibTrans" cxnId="{813CA328-E7C8-4F73-A040-BC92B2A08556}">
      <dgm:prSet/>
      <dgm:spPr/>
      <dgm:t>
        <a:bodyPr/>
        <a:lstStyle/>
        <a:p>
          <a:endParaRPr lang="ru-RU"/>
        </a:p>
      </dgm:t>
    </dgm:pt>
    <dgm:pt modelId="{3CF16A3E-B70A-4DA7-8BB6-0F61721D77A9}">
      <dgm:prSet phldrT="[Текст]" custT="1"/>
      <dgm:spPr/>
      <dgm:t>
        <a:bodyPr/>
        <a:lstStyle/>
        <a:p>
          <a:r>
            <a:rPr lang="ru-RU" sz="800" dirty="0"/>
            <a:t>Каждый месяц – </a:t>
          </a:r>
          <a:r>
            <a:rPr lang="en-US" sz="800" dirty="0"/>
            <a:t>Treasury Report</a:t>
          </a:r>
          <a:r>
            <a:rPr lang="ru-RU" sz="800" dirty="0"/>
            <a:t>.</a:t>
          </a:r>
          <a:endParaRPr lang="en-US" sz="800" dirty="0"/>
        </a:p>
        <a:p>
          <a:r>
            <a:rPr lang="ru-RU" sz="800" dirty="0"/>
            <a:t>Длинные размещения – по необходимости.</a:t>
          </a:r>
          <a:endParaRPr lang="en-US" sz="800" dirty="0"/>
        </a:p>
        <a:p>
          <a:r>
            <a:rPr lang="ru-RU" sz="800" dirty="0"/>
            <a:t>Бюджет казначейства.</a:t>
          </a:r>
        </a:p>
        <a:p>
          <a:r>
            <a:rPr lang="ru-RU" sz="800" dirty="0"/>
            <a:t>Контроль заявок и прав подписи</a:t>
          </a:r>
          <a:endParaRPr lang="en-US" sz="800" dirty="0"/>
        </a:p>
        <a:p>
          <a:endParaRPr lang="ru-RU" sz="1200" dirty="0"/>
        </a:p>
      </dgm:t>
    </dgm:pt>
    <dgm:pt modelId="{C12E141E-43B6-461E-BE0B-56F8CB075C48}" type="parTrans" cxnId="{63067C67-722D-414C-B90F-897A42D248DD}">
      <dgm:prSet/>
      <dgm:spPr/>
      <dgm:t>
        <a:bodyPr/>
        <a:lstStyle/>
        <a:p>
          <a:endParaRPr lang="ru-RU"/>
        </a:p>
      </dgm:t>
    </dgm:pt>
    <dgm:pt modelId="{B22F532E-7F75-4DDD-BB76-527F0533DECE}" type="sibTrans" cxnId="{63067C67-722D-414C-B90F-897A42D248DD}">
      <dgm:prSet/>
      <dgm:spPr/>
      <dgm:t>
        <a:bodyPr/>
        <a:lstStyle/>
        <a:p>
          <a:endParaRPr lang="ru-RU"/>
        </a:p>
      </dgm:t>
    </dgm:pt>
    <dgm:pt modelId="{03605A40-B1FA-408B-9332-50F3BB0F62F5}" type="pres">
      <dgm:prSet presAssocID="{9C7E3A61-1FEB-444D-A0F5-394E7F0EAE64}" presName="CompostProcess" presStyleCnt="0">
        <dgm:presLayoutVars>
          <dgm:dir/>
          <dgm:resizeHandles val="exact"/>
        </dgm:presLayoutVars>
      </dgm:prSet>
      <dgm:spPr/>
    </dgm:pt>
    <dgm:pt modelId="{E94830CE-2029-46AB-9665-97C889165E27}" type="pres">
      <dgm:prSet presAssocID="{9C7E3A61-1FEB-444D-A0F5-394E7F0EAE64}" presName="arrow" presStyleLbl="bgShp" presStyleIdx="0" presStyleCnt="1" custScaleX="117647"/>
      <dgm:spPr>
        <a:solidFill>
          <a:srgbClr val="FFC000"/>
        </a:solidFill>
      </dgm:spPr>
    </dgm:pt>
    <dgm:pt modelId="{136255E7-C994-42F4-85CD-C684BB865C8F}" type="pres">
      <dgm:prSet presAssocID="{9C7E3A61-1FEB-444D-A0F5-394E7F0EAE64}" presName="linearProcess" presStyleCnt="0"/>
      <dgm:spPr/>
    </dgm:pt>
    <dgm:pt modelId="{604E14AC-1251-4C29-A328-AE9A83DC520C}" type="pres">
      <dgm:prSet presAssocID="{3BFCE477-732C-42DE-B199-B30104B75CDC}" presName="textNode" presStyleLbl="node1" presStyleIdx="0" presStyleCnt="3" custScaleX="86447" custScaleY="21623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E24C4B-1C85-4B34-828B-D25CCA29156A}" type="pres">
      <dgm:prSet presAssocID="{59D93110-C8B1-45FC-B4A4-4317E3BC66D5}" presName="sibTrans" presStyleCnt="0"/>
      <dgm:spPr/>
    </dgm:pt>
    <dgm:pt modelId="{396A9DA7-43D0-4503-B703-DEB6CCC54BC0}" type="pres">
      <dgm:prSet presAssocID="{B3795DC3-D635-4B29-8010-0E4ACE1DD872}" presName="textNode" presStyleLbl="node1" presStyleIdx="1" presStyleCnt="3" custScaleX="80255" custScaleY="2125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E0642C-4A51-478B-A89D-9118A17A38D4}" type="pres">
      <dgm:prSet presAssocID="{6446D5FA-308A-47EE-98A5-00269608EADB}" presName="sibTrans" presStyleCnt="0"/>
      <dgm:spPr/>
    </dgm:pt>
    <dgm:pt modelId="{2F9680E9-B51E-4A25-9971-8E5A6A6A4DC1}" type="pres">
      <dgm:prSet presAssocID="{3CF16A3E-B70A-4DA7-8BB6-0F61721D77A9}" presName="textNode" presStyleLbl="node1" presStyleIdx="2" presStyleCnt="3" custScaleX="84894" custScaleY="21398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51F6720-8606-4D4F-A2CB-A1554C99BACB}" type="presOf" srcId="{3CF16A3E-B70A-4DA7-8BB6-0F61721D77A9}" destId="{2F9680E9-B51E-4A25-9971-8E5A6A6A4DC1}" srcOrd="0" destOrd="0" presId="urn:microsoft.com/office/officeart/2005/8/layout/hProcess9"/>
    <dgm:cxn modelId="{63067C67-722D-414C-B90F-897A42D248DD}" srcId="{9C7E3A61-1FEB-444D-A0F5-394E7F0EAE64}" destId="{3CF16A3E-B70A-4DA7-8BB6-0F61721D77A9}" srcOrd="2" destOrd="0" parTransId="{C12E141E-43B6-461E-BE0B-56F8CB075C48}" sibTransId="{B22F532E-7F75-4DDD-BB76-527F0533DECE}"/>
    <dgm:cxn modelId="{568D20D6-EA59-43CF-9592-9ABDF81637E9}" srcId="{9C7E3A61-1FEB-444D-A0F5-394E7F0EAE64}" destId="{3BFCE477-732C-42DE-B199-B30104B75CDC}" srcOrd="0" destOrd="0" parTransId="{54B97E74-D244-4598-8E10-FF87772037E3}" sibTransId="{59D93110-C8B1-45FC-B4A4-4317E3BC66D5}"/>
    <dgm:cxn modelId="{8B498340-CC1F-44F2-8EB3-7A75BBCD80ED}" type="presOf" srcId="{3BFCE477-732C-42DE-B199-B30104B75CDC}" destId="{604E14AC-1251-4C29-A328-AE9A83DC520C}" srcOrd="0" destOrd="0" presId="urn:microsoft.com/office/officeart/2005/8/layout/hProcess9"/>
    <dgm:cxn modelId="{18A18D47-F32A-49D5-B1A4-6495FBA41660}" type="presOf" srcId="{B3795DC3-D635-4B29-8010-0E4ACE1DD872}" destId="{396A9DA7-43D0-4503-B703-DEB6CCC54BC0}" srcOrd="0" destOrd="0" presId="urn:microsoft.com/office/officeart/2005/8/layout/hProcess9"/>
    <dgm:cxn modelId="{84202F32-8F3D-4123-B212-AAD373A363E2}" type="presOf" srcId="{9C7E3A61-1FEB-444D-A0F5-394E7F0EAE64}" destId="{03605A40-B1FA-408B-9332-50F3BB0F62F5}" srcOrd="0" destOrd="0" presId="urn:microsoft.com/office/officeart/2005/8/layout/hProcess9"/>
    <dgm:cxn modelId="{813CA328-E7C8-4F73-A040-BC92B2A08556}" srcId="{9C7E3A61-1FEB-444D-A0F5-394E7F0EAE64}" destId="{B3795DC3-D635-4B29-8010-0E4ACE1DD872}" srcOrd="1" destOrd="0" parTransId="{5E391211-609A-42E7-9D14-5E7AD48E9D1D}" sibTransId="{6446D5FA-308A-47EE-98A5-00269608EADB}"/>
    <dgm:cxn modelId="{BF15819A-4725-4037-922D-A629905ACEF6}" type="presParOf" srcId="{03605A40-B1FA-408B-9332-50F3BB0F62F5}" destId="{E94830CE-2029-46AB-9665-97C889165E27}" srcOrd="0" destOrd="0" presId="urn:microsoft.com/office/officeart/2005/8/layout/hProcess9"/>
    <dgm:cxn modelId="{426FEC64-6929-4BF7-AA7C-AC2F1FA27BC6}" type="presParOf" srcId="{03605A40-B1FA-408B-9332-50F3BB0F62F5}" destId="{136255E7-C994-42F4-85CD-C684BB865C8F}" srcOrd="1" destOrd="0" presId="urn:microsoft.com/office/officeart/2005/8/layout/hProcess9"/>
    <dgm:cxn modelId="{0542714D-9CC3-4CCD-919F-F51E0A5BE3AA}" type="presParOf" srcId="{136255E7-C994-42F4-85CD-C684BB865C8F}" destId="{604E14AC-1251-4C29-A328-AE9A83DC520C}" srcOrd="0" destOrd="0" presId="urn:microsoft.com/office/officeart/2005/8/layout/hProcess9"/>
    <dgm:cxn modelId="{3BDA25A0-22AD-43AC-B5FB-172FA8CA2491}" type="presParOf" srcId="{136255E7-C994-42F4-85CD-C684BB865C8F}" destId="{2BE24C4B-1C85-4B34-828B-D25CCA29156A}" srcOrd="1" destOrd="0" presId="urn:microsoft.com/office/officeart/2005/8/layout/hProcess9"/>
    <dgm:cxn modelId="{905AFDB5-DA19-4080-ADD0-0947560A3EA9}" type="presParOf" srcId="{136255E7-C994-42F4-85CD-C684BB865C8F}" destId="{396A9DA7-43D0-4503-B703-DEB6CCC54BC0}" srcOrd="2" destOrd="0" presId="urn:microsoft.com/office/officeart/2005/8/layout/hProcess9"/>
    <dgm:cxn modelId="{81DFEF3F-31E9-4573-ADEB-62ACBED58DC2}" type="presParOf" srcId="{136255E7-C994-42F4-85CD-C684BB865C8F}" destId="{2BE0642C-4A51-478B-A89D-9118A17A38D4}" srcOrd="3" destOrd="0" presId="urn:microsoft.com/office/officeart/2005/8/layout/hProcess9"/>
    <dgm:cxn modelId="{3D5B0122-799C-4833-8216-9B0711A08715}" type="presParOf" srcId="{136255E7-C994-42F4-85CD-C684BB865C8F}" destId="{2F9680E9-B51E-4A25-9971-8E5A6A6A4DC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2" y="1670139"/>
            <a:ext cx="7975743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4800" b="1" dirty="0"/>
              <a:t>Оперативное управление и планирование платежей</a:t>
            </a:r>
            <a:endParaRPr lang="ru-RU" sz="4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843550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Григорий Сухов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Директор программ компании </a:t>
            </a:r>
            <a:r>
              <a:rPr lang="en-US" sz="1400" dirty="0"/>
              <a:t>GMCS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9202" y="3335390"/>
            <a:ext cx="1060311" cy="10929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20510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Проблемы управления деньгами на практике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41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00151"/>
            <a:ext cx="4403558" cy="3394472"/>
          </a:xfrm>
        </p:spPr>
        <p:txBody>
          <a:bodyPr/>
          <a:lstStyle/>
          <a:p>
            <a:pPr>
              <a:buAutoNum type="arabicPeriod"/>
            </a:pPr>
            <a:endParaRPr lang="ru-RU" sz="2000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600" dirty="0"/>
              <a:t>Основные проблемы финансового директора, связанные с управлением деньгами и возможные варианты их решения.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600" dirty="0"/>
              <a:t>Как наладить эффективное управление платежами: пошаговая инструкция.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600" dirty="0"/>
              <a:t>Как наладить эффективную работу с банками.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064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363098"/>
            <a:ext cx="3743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Проблемы финансового директора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876351"/>
            <a:ext cx="45201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 sz="1400" dirty="0"/>
              <a:t>Обычно с точки зрения руководителя компании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1400" dirty="0"/>
              <a:t>(не бывшего </a:t>
            </a:r>
            <a:r>
              <a:rPr lang="en-US" altLang="ru-RU" sz="1400" dirty="0"/>
              <a:t>CFO)</a:t>
            </a:r>
            <a:r>
              <a:rPr lang="ru-RU" altLang="ru-RU" sz="1400" dirty="0"/>
              <a:t> хорошая ликвидность это:</a:t>
            </a:r>
          </a:p>
          <a:p>
            <a:pPr marL="514350" indent="-514350">
              <a:buFont typeface="Wingdings" panose="05000000000000000000" pitchFamily="2" charset="2"/>
              <a:buNone/>
            </a:pPr>
            <a:endParaRPr lang="ru-RU" altLang="ru-RU" sz="1400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altLang="ru-RU" sz="1400" dirty="0"/>
              <a:t>Возможность в любое время оплатить любой счет.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altLang="ru-RU" sz="1400" dirty="0"/>
              <a:t>Возможность быстро профинансировать любой внутренний проект.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altLang="ru-RU" sz="1400" dirty="0"/>
              <a:t>Наличие свободных денег в любой момент времени.</a:t>
            </a:r>
          </a:p>
        </p:txBody>
      </p:sp>
    </p:spTree>
    <p:extLst>
      <p:ext uri="{BB962C8B-B14F-4D97-AF65-F5344CB8AC3E}">
        <p14:creationId xmlns:p14="http://schemas.microsoft.com/office/powerpoint/2010/main" xmlns="" val="267739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224222"/>
            <a:ext cx="3743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Проблемы финансового директора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696804"/>
            <a:ext cx="452014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Wingdings" panose="05000000000000000000" pitchFamily="2" charset="2"/>
              <a:buNone/>
            </a:pPr>
            <a:r>
              <a:rPr lang="ru-RU" altLang="ru-RU" sz="1400" dirty="0"/>
              <a:t>Как часто взаимодействуют С</a:t>
            </a:r>
            <a:r>
              <a:rPr lang="en-US" altLang="ru-RU" sz="1400" dirty="0"/>
              <a:t>EO</a:t>
            </a:r>
            <a:r>
              <a:rPr lang="ru-RU" altLang="ru-RU" sz="1400" dirty="0"/>
              <a:t> и</a:t>
            </a:r>
            <a:r>
              <a:rPr lang="en-US" altLang="ru-RU" sz="1400" dirty="0"/>
              <a:t> CFO</a:t>
            </a:r>
            <a:r>
              <a:rPr lang="ru-RU" altLang="ru-RU" sz="1400" dirty="0"/>
              <a:t> между собой?</a:t>
            </a:r>
          </a:p>
          <a:p>
            <a:pPr marL="514350" indent="-514350">
              <a:buFont typeface="Wingdings" panose="05000000000000000000" pitchFamily="2" charset="2"/>
              <a:buNone/>
            </a:pPr>
            <a:endParaRPr lang="ru-RU" altLang="ru-RU" sz="1400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sz="1400" dirty="0"/>
              <a:t>CEO </a:t>
            </a:r>
            <a:r>
              <a:rPr lang="ru-RU" altLang="ru-RU" sz="1400" dirty="0"/>
              <a:t>обычно мало волнует, каким образом достигается постоянное обеспечение деньгами и как именно происходит управление ликвидностью.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sz="1400" dirty="0"/>
              <a:t>CEO</a:t>
            </a:r>
            <a:r>
              <a:rPr lang="ru-RU" altLang="ru-RU" sz="1400" dirty="0"/>
              <a:t> редко отслеживает ситуацию с займами, ковенантами и активами в залоге.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sz="1400" dirty="0"/>
              <a:t>CFO </a:t>
            </a:r>
            <a:r>
              <a:rPr lang="ru-RU" altLang="ru-RU" sz="1400" dirty="0"/>
              <a:t>является ответственным за отсутствие свободных денег.</a:t>
            </a:r>
            <a:endParaRPr lang="en-US" altLang="ru-RU" sz="1400" dirty="0"/>
          </a:p>
        </p:txBody>
      </p:sp>
    </p:spTree>
    <p:extLst>
      <p:ext uri="{BB962C8B-B14F-4D97-AF65-F5344CB8AC3E}">
        <p14:creationId xmlns:p14="http://schemas.microsoft.com/office/powerpoint/2010/main" xmlns="" val="259825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224222"/>
            <a:ext cx="4208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/>
              <a:t>Политика </a:t>
            </a:r>
            <a:r>
              <a:rPr lang="en-US" altLang="ru-RU" b="1" dirty="0"/>
              <a:t>CFO</a:t>
            </a:r>
            <a:r>
              <a:rPr lang="ru-RU" altLang="ru-RU" b="1" dirty="0"/>
              <a:t> – что лучше – «денег нет» или «деньги есть всегда»?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696804"/>
            <a:ext cx="469026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  <a:p>
            <a:r>
              <a:rPr lang="ru-RU" sz="1600" b="1" dirty="0"/>
              <a:t>Политика «денег нет»</a:t>
            </a:r>
          </a:p>
          <a:p>
            <a:endParaRPr lang="ru-RU" sz="1100" dirty="0"/>
          </a:p>
          <a:p>
            <a:r>
              <a:rPr lang="ru-RU" sz="1400" dirty="0"/>
              <a:t>Плюсы:</a:t>
            </a:r>
          </a:p>
          <a:p>
            <a:endParaRPr lang="ru-RU" sz="1400" b="1" dirty="0"/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должна соблюдаться жесткая платежная дисциплина;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стимулирует на поиск эффективных решений и снижение расходов;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дополнительный доход по процентам от депозитов;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создание резерва на непредвиденные расходы.</a:t>
            </a:r>
          </a:p>
        </p:txBody>
      </p:sp>
    </p:spTree>
    <p:extLst>
      <p:ext uri="{BB962C8B-B14F-4D97-AF65-F5344CB8AC3E}">
        <p14:creationId xmlns:p14="http://schemas.microsoft.com/office/powerpoint/2010/main" xmlns="" val="123118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224222"/>
            <a:ext cx="4208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/>
              <a:t>Политика </a:t>
            </a:r>
            <a:r>
              <a:rPr lang="en-US" altLang="ru-RU" b="1" dirty="0"/>
              <a:t>CFO</a:t>
            </a:r>
            <a:r>
              <a:rPr lang="ru-RU" altLang="ru-RU" b="1" dirty="0"/>
              <a:t> – что лучше – «денег нет» или «деньги есть всегда»?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696804"/>
            <a:ext cx="4690266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  <a:p>
            <a:r>
              <a:rPr lang="ru-RU" sz="1600" b="1" dirty="0"/>
              <a:t>Политика «денег нет»</a:t>
            </a:r>
          </a:p>
          <a:p>
            <a:endParaRPr lang="ru-RU" sz="1100" dirty="0"/>
          </a:p>
          <a:p>
            <a:r>
              <a:rPr lang="ru-RU" sz="1400" dirty="0"/>
              <a:t>Минусы:</a:t>
            </a:r>
          </a:p>
          <a:p>
            <a:endParaRPr lang="ru-RU" sz="1400" b="1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возможный конфликт между </a:t>
            </a:r>
            <a:r>
              <a:rPr lang="en-US" sz="1400" dirty="0"/>
              <a:t>CFO</a:t>
            </a:r>
            <a:r>
              <a:rPr lang="ru-RU" sz="1400" dirty="0"/>
              <a:t> и</a:t>
            </a:r>
            <a:r>
              <a:rPr lang="en-US" sz="1400" dirty="0"/>
              <a:t> CEO</a:t>
            </a:r>
            <a:r>
              <a:rPr lang="ru-RU" sz="1400" dirty="0"/>
              <a:t>;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«напряжение» среди коллег, могут быть </a:t>
            </a:r>
            <a:r>
              <a:rPr lang="ru-RU" sz="1400" dirty="0" err="1"/>
              <a:t>демотивированы</a:t>
            </a:r>
            <a:r>
              <a:rPr lang="ru-RU" sz="1400" dirty="0"/>
              <a:t>;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может навредить самому </a:t>
            </a:r>
            <a:r>
              <a:rPr lang="en-US" sz="1400" dirty="0"/>
              <a:t>CFO</a:t>
            </a:r>
            <a:r>
              <a:rPr lang="ru-RU" sz="1400" dirty="0"/>
              <a:t>, плохая репутация.</a:t>
            </a:r>
          </a:p>
        </p:txBody>
      </p:sp>
    </p:spTree>
    <p:extLst>
      <p:ext uri="{BB962C8B-B14F-4D97-AF65-F5344CB8AC3E}">
        <p14:creationId xmlns:p14="http://schemas.microsoft.com/office/powerpoint/2010/main" xmlns="" val="194795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224222"/>
            <a:ext cx="4208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/>
              <a:t>Политика </a:t>
            </a:r>
            <a:r>
              <a:rPr lang="en-US" altLang="ru-RU" b="1" dirty="0"/>
              <a:t>CFO</a:t>
            </a:r>
            <a:r>
              <a:rPr lang="ru-RU" altLang="ru-RU" b="1" dirty="0"/>
              <a:t> – что лучше – «денег нет» или «деньги есть всегда»?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696804"/>
            <a:ext cx="469026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  <a:p>
            <a:r>
              <a:rPr lang="ru-RU" sz="1600" b="1" dirty="0"/>
              <a:t>Политика «деньги есть всегда»</a:t>
            </a:r>
          </a:p>
          <a:p>
            <a:endParaRPr lang="ru-RU" sz="1100" dirty="0"/>
          </a:p>
          <a:p>
            <a:r>
              <a:rPr lang="ru-RU" sz="1400" dirty="0"/>
              <a:t>Плюсы:</a:t>
            </a:r>
          </a:p>
          <a:p>
            <a:endParaRPr lang="ru-RU" sz="1400" b="1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все довольны, включая кредиторов и сотрудников компании;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компания может строить «смелые» планы и ставить амбициозные задачи.</a:t>
            </a:r>
          </a:p>
        </p:txBody>
      </p:sp>
    </p:spTree>
    <p:extLst>
      <p:ext uri="{BB962C8B-B14F-4D97-AF65-F5344CB8AC3E}">
        <p14:creationId xmlns:p14="http://schemas.microsoft.com/office/powerpoint/2010/main" xmlns="" val="4159713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8180FFE-9B0C-4A4E-B19F-7614FC7FDD90}"/>
              </a:ext>
            </a:extLst>
          </p:cNvPr>
          <p:cNvSpPr/>
          <p:nvPr/>
        </p:nvSpPr>
        <p:spPr>
          <a:xfrm>
            <a:off x="583483" y="1224222"/>
            <a:ext cx="4208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/>
              <a:t>Политика </a:t>
            </a:r>
            <a:r>
              <a:rPr lang="en-US" altLang="ru-RU" b="1" dirty="0"/>
              <a:t>CFO</a:t>
            </a:r>
            <a:r>
              <a:rPr lang="ru-RU" altLang="ru-RU" b="1" dirty="0"/>
              <a:t> – что лучше – «денег нет» или «деньги есть всегда»?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D78E539-F747-4A6D-A7AC-13799BCD197C}"/>
              </a:ext>
            </a:extLst>
          </p:cNvPr>
          <p:cNvSpPr/>
          <p:nvPr/>
        </p:nvSpPr>
        <p:spPr>
          <a:xfrm>
            <a:off x="583483" y="1696804"/>
            <a:ext cx="4690266" cy="210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  <a:p>
            <a:r>
              <a:rPr lang="ru-RU" sz="1600" b="1" dirty="0"/>
              <a:t>Политика «деньги есть всегда»</a:t>
            </a:r>
          </a:p>
          <a:p>
            <a:endParaRPr lang="ru-RU" sz="1100" dirty="0"/>
          </a:p>
          <a:p>
            <a:r>
              <a:rPr lang="ru-RU" sz="1400" dirty="0"/>
              <a:t>Минусы:</a:t>
            </a:r>
          </a:p>
          <a:p>
            <a:endParaRPr lang="ru-RU" sz="1400" b="1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неожиданный дефолт;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слишком большое количество кредитов;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возможное отсутствие резервов.</a:t>
            </a:r>
          </a:p>
        </p:txBody>
      </p:sp>
    </p:spTree>
    <p:extLst>
      <p:ext uri="{BB962C8B-B14F-4D97-AF65-F5344CB8AC3E}">
        <p14:creationId xmlns:p14="http://schemas.microsoft.com/office/powerpoint/2010/main" xmlns="" val="86734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400" dirty="0"/>
              <a:t>Срочно оплатить незапланированный счет по звонку </a:t>
            </a:r>
            <a:r>
              <a:rPr lang="en-US" sz="1400" dirty="0"/>
              <a:t>CEO </a:t>
            </a:r>
            <a:r>
              <a:rPr lang="ru-RU" sz="1400" dirty="0"/>
              <a:t>или другого топ-менеджера.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  <a:endParaRPr lang="en-US" sz="1600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400" dirty="0"/>
              <a:t>иметь платежный регламент и постоянно собирать прогноз платежей;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400" dirty="0"/>
              <a:t>спросить: «какие счета на оплату должны быть перенесены» - договориться о расстановке приоритетов;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400" dirty="0"/>
              <a:t>регламент можно нарушить и оплатить счет, если это целесообразно с точки зрения бизнеса.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322348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400" dirty="0"/>
              <a:t>Ожидаемые деньги не приходят.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16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звонить и спрашивать о приходе заранее;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всегда иметь «запасной» вариант – обзвонить других дебиторов;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короткий кредит/овердрафт/факторинг.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288243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400" dirty="0"/>
              <a:t>Сложно получить в банке кредит на хороших условиях.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16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повысить «</a:t>
            </a:r>
            <a:r>
              <a:rPr lang="ru-RU" sz="1400" dirty="0" err="1"/>
              <a:t>банкабильность</a:t>
            </a:r>
            <a:r>
              <a:rPr lang="ru-RU" sz="1400" dirty="0"/>
              <a:t>» компании: определить пул банков, наладить коммуникации, подготовить оптимистичный прогноз, и т.д.;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проанализировать ликвидность залогов;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нанять квалифицированного </a:t>
            </a:r>
            <a:r>
              <a:rPr lang="en-US" sz="1400" dirty="0"/>
              <a:t>Treasury manager</a:t>
            </a:r>
            <a:r>
              <a:rPr lang="ru-RU" sz="1400" dirty="0"/>
              <a:t>.  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247876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200" dirty="0"/>
              <a:t>Исходя из текущего прогноза виден кассовый разрыв, который ранее не прогнозировался (снижение выручки по сравнению с бюджетом).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800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200" dirty="0"/>
              <a:t>рассчитать «жесткий» вариант с оплатой зарплаты, налогов и основных кредиторов – понять временной лаг;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200" dirty="0"/>
              <a:t>понять возможность авансирования со стороны дебиторов;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200" dirty="0"/>
              <a:t>сократить расходы по сравнению с бюджетом (не начинать или перенести заявленные проекты);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200" dirty="0"/>
              <a:t>оценить возможности и риски банковского финансирования для покрытия кассовых разрывов.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4264696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400" dirty="0"/>
              <a:t>Потери на колебаниях курса/рост процентных ставок.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8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понять, есть ли «</a:t>
            </a:r>
            <a:r>
              <a:rPr lang="ru-RU" sz="1400" dirty="0" err="1"/>
              <a:t>автохеджирование</a:t>
            </a:r>
            <a:r>
              <a:rPr lang="ru-RU" sz="1400" dirty="0"/>
              <a:t>» расходов и выручки;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оценить, поможет ли </a:t>
            </a:r>
            <a:r>
              <a:rPr lang="ru-RU" sz="1400" dirty="0" err="1"/>
              <a:t>хеджинг</a:t>
            </a:r>
            <a:r>
              <a:rPr lang="ru-RU" sz="1400" dirty="0"/>
              <a:t> с банками: форварды, свопы и т.д. 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422709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200" dirty="0"/>
              <a:t>Не выполняются банковские ковенанты.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8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200" dirty="0"/>
              <a:t>важно – какие: финансовые или нефинансовые обязательства;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200" dirty="0"/>
              <a:t>финансовые – нужно заранее прогнозировать и по возможности исправлять; 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200" dirty="0"/>
              <a:t> нефинансовые – постоянно мониторить и обсуждать с другими департаментами;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200" dirty="0"/>
              <a:t>заранее обсудить с банком и написать «правильный» </a:t>
            </a:r>
            <a:r>
              <a:rPr lang="en-US" sz="1200" dirty="0" err="1"/>
              <a:t>waiwer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1892657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489"/>
            <a:ext cx="4816549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</a:p>
          <a:p>
            <a:pPr marL="0" indent="0">
              <a:buNone/>
            </a:pPr>
            <a:r>
              <a:rPr lang="ru-RU" sz="1400" dirty="0"/>
              <a:t>Обустройство кассы и управление наличными деньгами.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600" b="1" dirty="0"/>
              <a:t>Что делать:</a:t>
            </a:r>
          </a:p>
          <a:p>
            <a:pPr marL="0" indent="0">
              <a:buNone/>
            </a:pPr>
            <a:endParaRPr lang="en-US" sz="8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лучше изначально не иметь физической кассы – сегодня вполне можно обойтись без нее;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/>
              <a:t>в розничной торговле управление наличностью это отдельный большой проект.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189517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20510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Как наладить эффективное управление деньгами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099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4" y="1406903"/>
            <a:ext cx="4470526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/>
              <a:t>Шаг 1 </a:t>
            </a:r>
            <a:r>
              <a:rPr lang="ru-RU" sz="1400" dirty="0"/>
              <a:t>: Организация Казначейства и Центра платежей. Важно, чтобы сотрудники, осуществляющие оплату, входили в состав Казначейства.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Шаг 2: </a:t>
            </a:r>
            <a:r>
              <a:rPr lang="ru-RU" sz="1400" dirty="0"/>
              <a:t>Организация процесса получения заявок на платеж и их исполнения. Удобнее всего платить в определенные дни недели.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Шаг 3: </a:t>
            </a:r>
            <a:r>
              <a:rPr lang="ru-RU" sz="1400" dirty="0"/>
              <a:t>Организация скользящего планирования поступлений и платежей – на 2-3 недели. Важно, чтобы в этом процессе принимали участие все департаменты.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2119514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4" y="1406903"/>
            <a:ext cx="4470526" cy="3394472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/>
              <a:t>Шаг 4 </a:t>
            </a:r>
            <a:r>
              <a:rPr lang="ru-RU" sz="1400" dirty="0"/>
              <a:t>: Внедрение средств автоматизации, которые облегчат работу с рутинными процессами.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Шаг 5: </a:t>
            </a:r>
            <a:r>
              <a:rPr lang="ru-RU" sz="1400" dirty="0"/>
              <a:t>Анализ ДДС план\факт помесячно с гибким прогнозом до конца года.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Шаг 6: </a:t>
            </a:r>
            <a:r>
              <a:rPr lang="ru-RU" sz="1400" dirty="0"/>
              <a:t>Если кассовые разрывы непреодолимы – нужно просто научиться с ними работать.</a:t>
            </a:r>
          </a:p>
          <a:p>
            <a:pPr marL="0" indent="0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3678306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846382"/>
            <a:ext cx="4470526" cy="3394472"/>
          </a:xfrm>
        </p:spPr>
        <p:txBody>
          <a:bodyPr/>
          <a:lstStyle/>
          <a:p>
            <a:pPr marL="0" indent="0">
              <a:buNone/>
            </a:pPr>
            <a:r>
              <a:rPr lang="ru-RU" altLang="ru-RU" sz="1400" b="1" dirty="0"/>
              <a:t>Как построить «с нуля»:</a:t>
            </a:r>
          </a:p>
          <a:p>
            <a:pPr marL="0" indent="0">
              <a:buNone/>
            </a:pPr>
            <a:endParaRPr lang="ru-RU" altLang="ru-RU" sz="1400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Отдел казначейства не нужен для маленькой компании – там функции казначея может выполнять </a:t>
            </a:r>
            <a:r>
              <a:rPr lang="en-US" altLang="ru-RU" sz="1200" dirty="0"/>
              <a:t>CFO. </a:t>
            </a:r>
            <a:r>
              <a:rPr lang="ru-RU" altLang="ru-RU" sz="1200" dirty="0"/>
              <a:t>Всегда в наличии должен быть бухгалтер, выполняющий платежи.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Когда прогнозируется рост компании, необходимо начать формировать Казначейство.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Сначала лучше нанять руководителя, который сам подберет себе персонал.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Казначей должен напрямую подчиняться </a:t>
            </a:r>
            <a:r>
              <a:rPr lang="en-US" altLang="ru-RU" sz="1200" dirty="0"/>
              <a:t>CFO</a:t>
            </a:r>
            <a:r>
              <a:rPr lang="ru-RU" altLang="ru-RU" sz="1200" dirty="0"/>
              <a:t>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b="1" dirty="0"/>
              <a:t>Шаг 1: Организация Казначейства</a:t>
            </a:r>
          </a:p>
        </p:txBody>
      </p:sp>
    </p:spTree>
    <p:extLst>
      <p:ext uri="{BB962C8B-B14F-4D97-AF65-F5344CB8AC3E}">
        <p14:creationId xmlns:p14="http://schemas.microsoft.com/office/powerpoint/2010/main" xmlns="" val="1083356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846382"/>
            <a:ext cx="4470526" cy="2441469"/>
          </a:xfrm>
        </p:spPr>
        <p:txBody>
          <a:bodyPr/>
          <a:lstStyle/>
          <a:p>
            <a:pPr marL="0" indent="0">
              <a:buNone/>
            </a:pPr>
            <a:r>
              <a:rPr lang="ru-RU" altLang="ru-RU" sz="1400" b="1" dirty="0"/>
              <a:t>Как построить «с нуля»:</a:t>
            </a:r>
          </a:p>
          <a:p>
            <a:pPr marL="0" indent="0">
              <a:buNone/>
            </a:pPr>
            <a:endParaRPr lang="ru-RU" altLang="ru-RU" sz="14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Наполнение сотрудниками стоит осуществлять постепенно – по мере появления новых задач. Обычно сначала можно создать платежный центр – это сотрудник или несколько сотрудников, которые физически осуществляют платежи.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С ростом компании необходимо отделить функцию оплаты от функции бухгалтерского учета платежей. Сотрудник, совершающий оплату, должен быть выведен из состава бухгалтерии.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b="1" dirty="0"/>
              <a:t>Шаг 1: Организация Казначейства</a:t>
            </a:r>
          </a:p>
        </p:txBody>
      </p:sp>
    </p:spTree>
    <p:extLst>
      <p:ext uri="{BB962C8B-B14F-4D97-AF65-F5344CB8AC3E}">
        <p14:creationId xmlns:p14="http://schemas.microsoft.com/office/powerpoint/2010/main" xmlns="" val="238988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b="1" dirty="0"/>
              <a:t>Шаг 1: Организация Казначейства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9CCBFFE-4D11-453F-B13E-229B3BB08ACA}"/>
              </a:ext>
            </a:extLst>
          </p:cNvPr>
          <p:cNvSpPr txBox="1"/>
          <p:nvPr/>
        </p:nvSpPr>
        <p:spPr>
          <a:xfrm>
            <a:off x="546952" y="1741403"/>
            <a:ext cx="4228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/>
              <a:t>Возможная структура крупного казначейства</a:t>
            </a:r>
          </a:p>
        </p:txBody>
      </p:sp>
      <p:graphicFrame>
        <p:nvGraphicFramePr>
          <p:cNvPr id="9" name="Объект 3">
            <a:extLst>
              <a:ext uri="{FF2B5EF4-FFF2-40B4-BE49-F238E27FC236}">
                <a16:creationId xmlns="" xmlns:a16="http://schemas.microsoft.com/office/drawing/2014/main" id="{CD125028-A5F5-437D-8704-823FBDB54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101736967"/>
              </p:ext>
            </p:extLst>
          </p:nvPr>
        </p:nvGraphicFramePr>
        <p:xfrm>
          <a:off x="635155" y="1732339"/>
          <a:ext cx="4291263" cy="2794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671632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697527"/>
            <a:ext cx="4470526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В структуру казначейства иногда включают также управление рисками и управление налогами.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В случае большого объема страхование выделяется в отдельную функцию в составе казначейства, возможно его совмещение с управлением рисками.</a:t>
            </a:r>
            <a:endParaRPr lang="en-US" altLang="ru-RU" sz="1200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По сути казначейство делится на 2 больших блока: внутренние процессы – оплата, прогнозирование и управленческий отчет и внешние процессы – </a:t>
            </a:r>
            <a:r>
              <a:rPr lang="en-US" altLang="ru-RU" sz="1200" dirty="0"/>
              <a:t>bank relations</a:t>
            </a:r>
            <a:r>
              <a:rPr lang="ru-RU" altLang="ru-RU" sz="1200" dirty="0"/>
              <a:t>, финансирование и банковские проекты.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200" dirty="0"/>
              <a:t>Проектный блок можно поделить между несколькими сотрудниками в зависимости от количества и важности проектов.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b="1" dirty="0"/>
              <a:t>Шаг 1: Организация Казначейства</a:t>
            </a:r>
          </a:p>
        </p:txBody>
      </p:sp>
    </p:spTree>
    <p:extLst>
      <p:ext uri="{BB962C8B-B14F-4D97-AF65-F5344CB8AC3E}">
        <p14:creationId xmlns:p14="http://schemas.microsoft.com/office/powerpoint/2010/main" xmlns="" val="2891407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700932"/>
            <a:ext cx="4470526" cy="244146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altLang="ru-RU" sz="1200" dirty="0"/>
              <a:t>Единый платежный центр (ЕЦП) – когда все платежи управляются одним отделом даже если осуществляются для нескольких юридических лиц.</a:t>
            </a:r>
          </a:p>
          <a:p>
            <a:pPr>
              <a:buNone/>
            </a:pPr>
            <a:endParaRPr lang="ru-RU" altLang="ru-RU" sz="1200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ЕЦП должен быть выведен из подчинения бухгалтерии.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Наиболее эффективно создать ЕЦП на базе Управляющей компании при наличии нескольких дочерних предприятий.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При создании ЕЦП можно установить </a:t>
            </a:r>
            <a:r>
              <a:rPr lang="en-US" altLang="ru-RU" sz="1200" dirty="0"/>
              <a:t>Cash Pooling </a:t>
            </a:r>
            <a:r>
              <a:rPr lang="ru-RU" altLang="ru-RU" sz="1200" dirty="0"/>
              <a:t>– систему, которая позволить управлять денежными потоками всех компаний из единого центра.</a:t>
            </a:r>
            <a:endParaRPr lang="ru-RU" sz="1200" dirty="0"/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1: Единый платежный центр в холдинге </a:t>
            </a:r>
          </a:p>
        </p:txBody>
      </p:sp>
    </p:spTree>
    <p:extLst>
      <p:ext uri="{BB962C8B-B14F-4D97-AF65-F5344CB8AC3E}">
        <p14:creationId xmlns:p14="http://schemas.microsoft.com/office/powerpoint/2010/main" xmlns="" val="3851236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846382"/>
            <a:ext cx="4470526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Возможна различная степень контроля денежных потоков дочерних предприятий и различные способы юридического оформления данного контроля.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При создании ЕЦП в холдинге возможно оптимизировать затраты на персонал и повысить контроль над использованием денежных средств, а также унифицировать платежный регламент.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altLang="ru-RU" sz="1200" dirty="0"/>
              <a:t>Создавать ЕЦП лучше по возможности поэтапно, постепенно «отбирать» контроль у дочерних предприятий.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1: Единый платежный центр в холдинге </a:t>
            </a:r>
          </a:p>
        </p:txBody>
      </p:sp>
    </p:spTree>
    <p:extLst>
      <p:ext uri="{BB962C8B-B14F-4D97-AF65-F5344CB8AC3E}">
        <p14:creationId xmlns:p14="http://schemas.microsoft.com/office/powerpoint/2010/main" xmlns="" val="810763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846382"/>
            <a:ext cx="4470526" cy="2441469"/>
          </a:xfrm>
        </p:spPr>
        <p:txBody>
          <a:bodyPr/>
          <a:lstStyle/>
          <a:p>
            <a:pPr marL="0" indent="0">
              <a:buNone/>
            </a:pPr>
            <a:r>
              <a:rPr lang="ru-RU" altLang="ru-RU" sz="1200" dirty="0"/>
              <a:t>Создание ЕЦП хорошо вписывается в функционирование ОЦО (Общего центра обслуживания). В таком случае ОЦО может быть отдельным юридическим лицом, обслуживающим по сервисным договорам компании группы.</a:t>
            </a:r>
          </a:p>
          <a:p>
            <a:pPr marL="0" indent="0">
              <a:buNone/>
            </a:pPr>
            <a:endParaRPr lang="ru-RU" altLang="ru-RU" sz="1200" dirty="0"/>
          </a:p>
          <a:p>
            <a:pPr marL="0" indent="0">
              <a:buNone/>
            </a:pPr>
            <a:r>
              <a:rPr lang="ru-RU" sz="1200" b="1" dirty="0"/>
              <a:t>Возможные проблемы:</a:t>
            </a:r>
          </a:p>
          <a:p>
            <a:pPr marL="360000" indent="-360000"/>
            <a:r>
              <a:rPr lang="en-US" sz="1200" dirty="0"/>
              <a:t>Change management, </a:t>
            </a:r>
            <a:r>
              <a:rPr lang="ru-RU" sz="1200" dirty="0"/>
              <a:t>демотивация.</a:t>
            </a:r>
          </a:p>
          <a:p>
            <a:pPr marL="360000" indent="-360000"/>
            <a:r>
              <a:rPr lang="ru-RU" sz="1200" dirty="0"/>
              <a:t>Налоговые риски – перевод денег между взаимозависимыми компаниями.</a:t>
            </a:r>
          </a:p>
          <a:p>
            <a:pPr marL="360000" indent="-360000"/>
            <a:r>
              <a:rPr lang="ru-RU" sz="1200" dirty="0"/>
              <a:t>Организационные проблемы работы платежного центра – сложно удовлетворить всех.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1: Единый платежный центр в холдинге </a:t>
            </a:r>
          </a:p>
        </p:txBody>
      </p:sp>
    </p:spTree>
    <p:extLst>
      <p:ext uri="{BB962C8B-B14F-4D97-AF65-F5344CB8AC3E}">
        <p14:creationId xmlns:p14="http://schemas.microsoft.com/office/powerpoint/2010/main" xmlns="" val="1454184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697527"/>
            <a:ext cx="4470526" cy="2441469"/>
          </a:xfrm>
        </p:spPr>
        <p:txBody>
          <a:bodyPr/>
          <a:lstStyle/>
          <a:p>
            <a:pPr>
              <a:buNone/>
            </a:pPr>
            <a:r>
              <a:rPr lang="ru-RU" sz="1200" b="1" dirty="0"/>
              <a:t>Что важно для правильной организации процесса:</a:t>
            </a:r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 dirty="0"/>
              <a:t>Сбор:</a:t>
            </a:r>
          </a:p>
          <a:p>
            <a:pPr marL="360000" indent="-360000"/>
            <a:r>
              <a:rPr lang="ru-RU" sz="1200" dirty="0"/>
              <a:t>Внутренний регламент согласований платежей.</a:t>
            </a:r>
          </a:p>
          <a:p>
            <a:pPr marL="360000" indent="-360000"/>
            <a:r>
              <a:rPr lang="ru-RU" sz="1200" dirty="0"/>
              <a:t>Ответственные лица и образцы подписи для заявок.</a:t>
            </a:r>
          </a:p>
          <a:p>
            <a:pPr marL="360000" indent="-360000"/>
            <a:r>
              <a:rPr lang="ru-RU" sz="1200" dirty="0"/>
              <a:t>Правила для внеплановых заявок.</a:t>
            </a:r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 dirty="0"/>
              <a:t>Исполнение:</a:t>
            </a:r>
          </a:p>
          <a:p>
            <a:pPr marL="360000" indent="-360000"/>
            <a:r>
              <a:rPr lang="ru-RU" sz="1200" dirty="0"/>
              <a:t>Четкое почасовое планирование платежного дня.</a:t>
            </a:r>
          </a:p>
          <a:p>
            <a:pPr marL="360000" indent="-360000"/>
            <a:r>
              <a:rPr lang="ru-RU" sz="1200" dirty="0"/>
              <a:t>Доступность лиц с правом подписи.</a:t>
            </a:r>
          </a:p>
          <a:p>
            <a:pPr marL="360000" indent="-360000"/>
            <a:r>
              <a:rPr lang="ru-RU" sz="1200" dirty="0"/>
              <a:t>Доверие.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2: Сбор и исполнение заявок</a:t>
            </a:r>
          </a:p>
        </p:txBody>
      </p:sp>
    </p:spTree>
    <p:extLst>
      <p:ext uri="{BB962C8B-B14F-4D97-AF65-F5344CB8AC3E}">
        <p14:creationId xmlns:p14="http://schemas.microsoft.com/office/powerpoint/2010/main" xmlns="" val="2261374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973974"/>
            <a:ext cx="4470526" cy="244146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1200" dirty="0"/>
              <a:t>Основа управления ДДС в текущем режиме – скользящий прогноз на 2 недели (неделю, месяц).</a:t>
            </a:r>
          </a:p>
          <a:p>
            <a:pPr marL="0" indent="0">
              <a:spcBef>
                <a:spcPts val="0"/>
              </a:spcBef>
              <a:buNone/>
            </a:pPr>
            <a:endParaRPr lang="ru-RU" sz="1200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Прогноз ведется и изменяется ежедневно. Базой служат заявки на оплату от департаментов и постоянные платежи – заработная плата, налоги, аренда.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При составлении прогноза всегда лучше оставлять небольшой резерв на непредвиденные платежи.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Составление прогноза должно быть регламентировано, обязанности департаментов компании четко прописаны. 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3: Скользящее оперативное планирование платежей и поступлений</a:t>
            </a:r>
          </a:p>
        </p:txBody>
      </p:sp>
    </p:spTree>
    <p:extLst>
      <p:ext uri="{BB962C8B-B14F-4D97-AF65-F5344CB8AC3E}">
        <p14:creationId xmlns:p14="http://schemas.microsoft.com/office/powerpoint/2010/main" xmlns="" val="525604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2137006"/>
            <a:ext cx="4470526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Все должны понимать правило: «Деньги стоят денег», «нет прогноза – нет оплаты», заявки оплачиваются по принципу </a:t>
            </a:r>
            <a:r>
              <a:rPr lang="en-US" sz="1200" dirty="0"/>
              <a:t>first in first out</a:t>
            </a:r>
            <a:r>
              <a:rPr lang="ru-RU" sz="1200" dirty="0"/>
              <a:t>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Прогноз ведется непрерывно, может передаваться от сотрудника к сотруднику в случае отпуска или болезни.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Краткосрочный прогноз укладывается в годовой прогнозный </a:t>
            </a:r>
            <a:r>
              <a:rPr lang="en-US" sz="1200" dirty="0"/>
              <a:t>CF</a:t>
            </a:r>
            <a:r>
              <a:rPr lang="ru-RU" sz="1200" dirty="0"/>
              <a:t>, который модифицируется хотя бы раз в 2 недели.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3: Скользящее оперативное планирование платежей и поступлений</a:t>
            </a:r>
          </a:p>
        </p:txBody>
      </p:sp>
    </p:spTree>
    <p:extLst>
      <p:ext uri="{BB962C8B-B14F-4D97-AF65-F5344CB8AC3E}">
        <p14:creationId xmlns:p14="http://schemas.microsoft.com/office/powerpoint/2010/main" xmlns="" val="910161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803713"/>
            <a:ext cx="4470526" cy="2441469"/>
          </a:xfrm>
        </p:spPr>
        <p:txBody>
          <a:bodyPr/>
          <a:lstStyle/>
          <a:p>
            <a:pPr marL="0" indent="0">
              <a:buNone/>
            </a:pPr>
            <a:r>
              <a:rPr lang="ru-RU" sz="1200" b="1" dirty="0"/>
              <a:t>Что автоматизировать (примеры)</a:t>
            </a:r>
            <a:r>
              <a:rPr lang="ru-RU" sz="1200" dirty="0"/>
              <a:t>:</a:t>
            </a:r>
          </a:p>
          <a:p>
            <a:pPr marL="0" indent="0">
              <a:buNone/>
            </a:pPr>
            <a:endParaRPr lang="ru-RU" sz="1200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Заявки на платеж – формируются сами исходя из сроков оплат.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Единый казначейский портал – платформа для управления деньгами в холдинге.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de-DE" sz="1200" dirty="0"/>
              <a:t>Cash Pooling </a:t>
            </a:r>
            <a:r>
              <a:rPr lang="ru-RU" sz="1200" dirty="0"/>
              <a:t>– автоматическое распределение денег.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Оптимизация денежных потоков – автоматическое выстраивание оптимального графика платежей, депозитов и краткосрочных кредитов.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4: Автоматизация</a:t>
            </a:r>
          </a:p>
        </p:txBody>
      </p:sp>
    </p:spTree>
    <p:extLst>
      <p:ext uri="{BB962C8B-B14F-4D97-AF65-F5344CB8AC3E}">
        <p14:creationId xmlns:p14="http://schemas.microsoft.com/office/powerpoint/2010/main" xmlns="" val="2654732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707882"/>
            <a:ext cx="4470526" cy="2441469"/>
          </a:xfr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Необходимо интегрировать операционное и тактическое планирование денег:</a:t>
            </a:r>
          </a:p>
          <a:p>
            <a:pPr marL="0" indent="0">
              <a:buNone/>
            </a:pPr>
            <a:endParaRPr lang="ru-RU" sz="1200" b="1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Иметь прогноз </a:t>
            </a:r>
            <a:r>
              <a:rPr lang="de-DE" sz="1200" dirty="0"/>
              <a:t>CF </a:t>
            </a:r>
            <a:r>
              <a:rPr lang="ru-RU" sz="1200" dirty="0"/>
              <a:t>до конца года и постоянно его обновлять.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Отслеживать ключевые показатели, например долг\</a:t>
            </a:r>
            <a:r>
              <a:rPr lang="de-DE" sz="1200" dirty="0" err="1"/>
              <a:t>ebitda</a:t>
            </a:r>
            <a:r>
              <a:rPr lang="ru-RU" sz="1200" dirty="0"/>
              <a:t>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Готовить ежемесячный </a:t>
            </a:r>
            <a:r>
              <a:rPr lang="de-DE" sz="1200" dirty="0"/>
              <a:t>Treasury</a:t>
            </a:r>
            <a:r>
              <a:rPr lang="en-US" sz="1200" dirty="0"/>
              <a:t> Report</a:t>
            </a:r>
            <a:r>
              <a:rPr lang="ru-RU" sz="1200" dirty="0"/>
              <a:t>.</a:t>
            </a:r>
            <a:endParaRPr lang="de-DE" sz="1200" dirty="0"/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Оценивать возможные риски кассовых разрывов уже на стадии подготовки бюджета и плана ДДД.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Оценивать валютные риски – разницу между валютными поступлениями и оплатами.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5: План\Факт анализ и прогноз ДДС</a:t>
            </a:r>
          </a:p>
        </p:txBody>
      </p:sp>
    </p:spTree>
    <p:extLst>
      <p:ext uri="{BB962C8B-B14F-4D97-AF65-F5344CB8AC3E}">
        <p14:creationId xmlns:p14="http://schemas.microsoft.com/office/powerpoint/2010/main" xmlns="" val="4259749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707883"/>
            <a:ext cx="4470526" cy="652546"/>
          </a:xfr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При постоянном наличии кассовых разрывов возникают вопросы к экономическому смыслу самой модели бизнеса. Закрывать разрывы лучше </a:t>
            </a:r>
            <a:r>
              <a:rPr lang="ru-RU" sz="1200" b="1" dirty="0"/>
              <a:t>комбинируя методы</a:t>
            </a:r>
            <a:r>
              <a:rPr lang="ru-RU" sz="1200" dirty="0"/>
              <a:t>, описанные ниже.</a:t>
            </a:r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83483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Шаг 6: Работа с кассовыми разрывами</a:t>
            </a:r>
          </a:p>
        </p:txBody>
      </p:sp>
      <p:graphicFrame>
        <p:nvGraphicFramePr>
          <p:cNvPr id="7" name="Объект 3">
            <a:extLst>
              <a:ext uri="{FF2B5EF4-FFF2-40B4-BE49-F238E27FC236}">
                <a16:creationId xmlns="" xmlns:a16="http://schemas.microsoft.com/office/drawing/2014/main" id="{A72CF06A-1CEA-478E-BF01-7784DCBC4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148000055"/>
              </p:ext>
            </p:extLst>
          </p:nvPr>
        </p:nvGraphicFramePr>
        <p:xfrm>
          <a:off x="633755" y="2439265"/>
          <a:ext cx="4369981" cy="176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470">
                  <a:extLst>
                    <a:ext uri="{9D8B030D-6E8A-4147-A177-3AD203B41FA5}">
                      <a16:colId xmlns="" xmlns:a16="http://schemas.microsoft.com/office/drawing/2014/main" val="3002519377"/>
                    </a:ext>
                  </a:extLst>
                </a:gridCol>
                <a:gridCol w="2950511">
                  <a:extLst>
                    <a:ext uri="{9D8B030D-6E8A-4147-A177-3AD203B41FA5}">
                      <a16:colId xmlns="" xmlns:a16="http://schemas.microsoft.com/office/drawing/2014/main" val="2148481877"/>
                    </a:ext>
                  </a:extLst>
                </a:gridCol>
              </a:tblGrid>
              <a:tr h="322123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Как закрывать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Комментарии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58006999"/>
                  </a:ext>
                </a:extLst>
              </a:tr>
              <a:tr h="41506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постоянного</a:t>
                      </a:r>
                      <a:r>
                        <a:rPr lang="ru-RU" sz="1000" baseline="0" dirty="0"/>
                        <a:t> переноса платежей</a:t>
                      </a:r>
                      <a:endParaRPr lang="ru-RU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Требует ежедневного</a:t>
                      </a:r>
                      <a:r>
                        <a:rPr lang="ru-RU" sz="1000" baseline="0" dirty="0"/>
                        <a:t> контроля и правильного прогнозирования</a:t>
                      </a:r>
                      <a:endParaRPr lang="ru-RU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39622504"/>
                  </a:ext>
                </a:extLst>
              </a:tr>
              <a:tr h="103255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кредитов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Револьверная кредитная линия, постоянное рефинансирование.</a:t>
                      </a:r>
                    </a:p>
                    <a:p>
                      <a:r>
                        <a:rPr lang="ru-RU" sz="1000" dirty="0"/>
                        <a:t>Проблема,</a:t>
                      </a:r>
                      <a:r>
                        <a:rPr lang="ru-RU" sz="1000" baseline="0" dirty="0"/>
                        <a:t> если банк потребует возврата денег и откажется рефинансировать.</a:t>
                      </a:r>
                    </a:p>
                    <a:p>
                      <a:r>
                        <a:rPr lang="ru-RU" sz="1000" baseline="0" dirty="0"/>
                        <a:t>Проценты – дополнительные расходы.</a:t>
                      </a:r>
                    </a:p>
                    <a:p>
                      <a:r>
                        <a:rPr lang="ru-RU" sz="1000" baseline="0" dirty="0"/>
                        <a:t>Часто используется при сезонном бизнесе.</a:t>
                      </a:r>
                      <a:endParaRPr lang="ru-RU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05494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67199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8" name="Объект 3">
            <a:extLst>
              <a:ext uri="{FF2B5EF4-FFF2-40B4-BE49-F238E27FC236}">
                <a16:creationId xmlns="" xmlns:a16="http://schemas.microsoft.com/office/drawing/2014/main" id="{DAFC0DB8-28DD-47C1-8556-DCF516B453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384410972"/>
              </p:ext>
            </p:extLst>
          </p:nvPr>
        </p:nvGraphicFramePr>
        <p:xfrm>
          <a:off x="583483" y="1303983"/>
          <a:ext cx="4442917" cy="2863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180">
                  <a:extLst>
                    <a:ext uri="{9D8B030D-6E8A-4147-A177-3AD203B41FA5}">
                      <a16:colId xmlns="" xmlns:a16="http://schemas.microsoft.com/office/drawing/2014/main" val="3002519377"/>
                    </a:ext>
                  </a:extLst>
                </a:gridCol>
                <a:gridCol w="3432737">
                  <a:extLst>
                    <a:ext uri="{9D8B030D-6E8A-4147-A177-3AD203B41FA5}">
                      <a16:colId xmlns="" xmlns:a16="http://schemas.microsoft.com/office/drawing/2014/main" val="2148481877"/>
                    </a:ext>
                  </a:extLst>
                </a:gridCol>
              </a:tblGrid>
              <a:tr h="461475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Как закрывать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Комментарии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58006999"/>
                  </a:ext>
                </a:extLst>
              </a:tr>
              <a:tr h="3715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дебиторов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Внеплановыми авансами</a:t>
                      </a:r>
                      <a:r>
                        <a:rPr lang="ru-RU" sz="1000" baseline="0" dirty="0"/>
                        <a:t> от клиентов.</a:t>
                      </a:r>
                      <a:endParaRPr lang="ru-RU" sz="1000" dirty="0"/>
                    </a:p>
                    <a:p>
                      <a:r>
                        <a:rPr lang="ru-RU" sz="1000" dirty="0"/>
                        <a:t>Это бесплатно, но может просто</a:t>
                      </a:r>
                      <a:r>
                        <a:rPr lang="ru-RU" sz="1000" baseline="0" dirty="0"/>
                        <a:t> отсрочить дефолт.</a:t>
                      </a:r>
                      <a:endParaRPr lang="ru-RU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39622504"/>
                  </a:ext>
                </a:extLst>
              </a:tr>
              <a:tr h="44072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кредиторов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Откладывать</a:t>
                      </a:r>
                      <a:r>
                        <a:rPr lang="ru-RU" sz="1000" baseline="0" dirty="0"/>
                        <a:t> платежи кредиторам.</a:t>
                      </a:r>
                    </a:p>
                    <a:p>
                      <a:r>
                        <a:rPr lang="ru-RU" sz="1000" dirty="0"/>
                        <a:t>Риски - Суды либо судебные исполнители.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60468365"/>
                  </a:ext>
                </a:extLst>
              </a:tr>
              <a:tr h="71120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сотрудников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Не</a:t>
                      </a:r>
                      <a:r>
                        <a:rPr lang="ru-RU" sz="1000" baseline="0" dirty="0"/>
                        <a:t> платить бонусы и платить зарплату в последнюю очередь.</a:t>
                      </a:r>
                    </a:p>
                    <a:p>
                      <a:r>
                        <a:rPr lang="ru-RU" sz="1000" baseline="0" dirty="0"/>
                        <a:t>Может привести к судам и демотивации персонала.</a:t>
                      </a:r>
                      <a:endParaRPr lang="ru-RU" sz="1000" dirty="0"/>
                    </a:p>
                    <a:p>
                      <a:r>
                        <a:rPr lang="ru-RU" sz="1000" b="1" dirty="0"/>
                        <a:t>Крайне не рекомендую!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042277681"/>
                  </a:ext>
                </a:extLst>
              </a:tr>
              <a:tr h="8052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За счет сокращения</a:t>
                      </a:r>
                      <a:r>
                        <a:rPr lang="ru-RU" sz="1000" baseline="0" dirty="0"/>
                        <a:t> расходов</a:t>
                      </a:r>
                      <a:endParaRPr lang="ru-RU" sz="10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Сокращение затрат не даст эффект сразу, например, в случае сокращения персонала экономию можно получить только через несколько месяцев.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Можно сократить те расходы,</a:t>
                      </a:r>
                      <a:r>
                        <a:rPr lang="ru-RU" sz="1000" baseline="0" dirty="0"/>
                        <a:t> от которых зависит развитие бизнеса.</a:t>
                      </a:r>
                      <a:endParaRPr lang="ru-RU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05494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56628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33864" y="1190570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600" b="1" dirty="0"/>
              <a:t>Пример: схема  управления платежами и денежными потоками на коротком отрезке</a:t>
            </a:r>
            <a:endParaRPr lang="ru-RU" sz="16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9EC3B9F-525F-4B50-9AAC-DFCA44D91305}"/>
              </a:ext>
            </a:extLst>
          </p:cNvPr>
          <p:cNvSpPr/>
          <p:nvPr/>
        </p:nvSpPr>
        <p:spPr>
          <a:xfrm>
            <a:off x="692054" y="2258794"/>
            <a:ext cx="1087127" cy="393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900" dirty="0"/>
              <a:t>1 день 2-я половина дня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F57458DD-7189-4806-98CE-A2A735705BCA}"/>
              </a:ext>
            </a:extLst>
          </p:cNvPr>
          <p:cNvSpPr/>
          <p:nvPr/>
        </p:nvSpPr>
        <p:spPr>
          <a:xfrm>
            <a:off x="2367979" y="2258794"/>
            <a:ext cx="1148317" cy="393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900" dirty="0"/>
              <a:t>2 день 1-я половина дня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4D50A89B-4186-44AF-ABF8-D170F3870BB8}"/>
              </a:ext>
            </a:extLst>
          </p:cNvPr>
          <p:cNvSpPr/>
          <p:nvPr/>
        </p:nvSpPr>
        <p:spPr>
          <a:xfrm>
            <a:off x="1131168" y="1759548"/>
            <a:ext cx="1963479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000" dirty="0"/>
              <a:t>Постоянная рутина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49124555-4EAA-48EE-8550-B97C4FEC05A6}"/>
              </a:ext>
            </a:extLst>
          </p:cNvPr>
          <p:cNvSpPr/>
          <p:nvPr/>
        </p:nvSpPr>
        <p:spPr>
          <a:xfrm>
            <a:off x="3893430" y="1759547"/>
            <a:ext cx="135714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000" dirty="0"/>
              <a:t>По мере необходимости</a:t>
            </a:r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="" xmlns:a16="http://schemas.microsoft.com/office/drawing/2014/main" id="{2F1EB983-A62B-40B0-8E48-F75DA5FE2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900167457"/>
              </p:ext>
            </p:extLst>
          </p:nvPr>
        </p:nvGraphicFramePr>
        <p:xfrm>
          <a:off x="455710" y="2722959"/>
          <a:ext cx="4894704" cy="1672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289051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20510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Как эффективно работать с банками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1396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5" y="1697527"/>
            <a:ext cx="4754061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Определить «пул банков», с которыми можно вести переговоры. Также определить «черный список» банков.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Иметь конкуренцию среди банков по всем базовым операциям – расчеты, депозиты, конвертация, зарплатный проект и т.д. в зависимости от размера компании.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Мониторить рынок и выбирать лучшие ставки.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Постоянно торговаться. Банки могут снижать комиссию практически до нуля, если видят выгоду в чем-то другом.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Заключать с банками «пакетные сделки», участие банков в ряде сделок очень важно для их имиджа.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altLang="ru-RU" sz="1200" dirty="0"/>
              <a:t>Поддерживать контакт с «</a:t>
            </a:r>
            <a:r>
              <a:rPr lang="ru-RU" altLang="ru-RU" sz="1200" dirty="0" err="1"/>
              <a:t>ЭрЭмами</a:t>
            </a:r>
            <a:r>
              <a:rPr lang="ru-RU" altLang="ru-RU" sz="1200" dirty="0"/>
              <a:t>».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endParaRPr lang="ru-RU" altLang="ru-RU" sz="1200" dirty="0"/>
          </a:p>
          <a:p>
            <a:pPr marL="360000" indent="-36000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26776" y="1303983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600" b="1" dirty="0"/>
              <a:t>Как перейти с банками на отношения </a:t>
            </a:r>
            <a:r>
              <a:rPr lang="en-US" altLang="ru-RU" sz="1600" b="1" dirty="0"/>
              <a:t>win – win</a:t>
            </a:r>
            <a:r>
              <a:rPr lang="ru-RU" altLang="ru-RU" sz="1600" b="1" dirty="0"/>
              <a:t>?</a:t>
            </a:r>
            <a:endParaRPr lang="en-US" altLang="ru-RU" sz="1600" b="1" dirty="0"/>
          </a:p>
        </p:txBody>
      </p:sp>
    </p:spTree>
    <p:extLst>
      <p:ext uri="{BB962C8B-B14F-4D97-AF65-F5344CB8AC3E}">
        <p14:creationId xmlns:p14="http://schemas.microsoft.com/office/powerpoint/2010/main" xmlns="" val="1336275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941798"/>
            <a:ext cx="4470526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Понижение комиссий.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Льготный период (если обосновать экономически).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Облегчить ковенанты (например, повысить требуемый </a:t>
            </a:r>
            <a:r>
              <a:rPr lang="en-US" sz="1200" dirty="0"/>
              <a:t>debt\</a:t>
            </a:r>
            <a:r>
              <a:rPr lang="en-US" sz="1200" dirty="0" err="1"/>
              <a:t>ebitda</a:t>
            </a:r>
            <a:r>
              <a:rPr lang="ru-RU" sz="1200" dirty="0"/>
              <a:t> и т.п.</a:t>
            </a:r>
            <a:r>
              <a:rPr lang="en-US" sz="1200" dirty="0"/>
              <a:t>)</a:t>
            </a:r>
            <a:r>
              <a:rPr lang="ru-RU" sz="1200" dirty="0"/>
              <a:t>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Перевести ряд сложных условий на временной период после выдачи первого транша.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</a:pPr>
            <a:r>
              <a:rPr lang="ru-RU" sz="1200" dirty="0"/>
              <a:t>Усложнить процесс объявления дефолта, добавить </a:t>
            </a:r>
            <a:r>
              <a:rPr lang="en-US" sz="1200" dirty="0"/>
              <a:t>remedy period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26776" y="1339147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600" b="1" dirty="0"/>
              <a:t>Что можно «выторговать» у банка:</a:t>
            </a:r>
            <a:endParaRPr lang="en-US" altLang="ru-RU" sz="1600" b="1" dirty="0"/>
          </a:p>
        </p:txBody>
      </p:sp>
    </p:spTree>
    <p:extLst>
      <p:ext uri="{BB962C8B-B14F-4D97-AF65-F5344CB8AC3E}">
        <p14:creationId xmlns:p14="http://schemas.microsoft.com/office/powerpoint/2010/main" xmlns="" val="2233423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9CD2642-A1A7-4D3B-B64D-3E880AA4BB9B}"/>
              </a:ext>
            </a:extLst>
          </p:cNvPr>
          <p:cNvSpPr/>
          <p:nvPr/>
        </p:nvSpPr>
        <p:spPr>
          <a:xfrm>
            <a:off x="583483" y="4287851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Оперативное управление и планирование платежей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35F3430B-56C2-4EAB-AE1E-52C4BAD6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83" y="1941798"/>
            <a:ext cx="4470526" cy="2441469"/>
          </a:xfrm>
        </p:spPr>
        <p:txBody>
          <a:bodyPr/>
          <a:lstStyle/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Расчетно-кассовое обслуживание, конвертацию и договориться о льготной цене (можно отдать часть).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Зарплатный проект, установить банкомат (нужно понимать сколько всего у банка банкоматов и отделений).</a:t>
            </a:r>
          </a:p>
          <a:p>
            <a:pPr marL="360000" indent="-360000">
              <a:spcBef>
                <a:spcPts val="0"/>
              </a:spcBef>
              <a:spcAft>
                <a:spcPts val="1200"/>
              </a:spcAft>
            </a:pPr>
            <a:r>
              <a:rPr lang="ru-RU" sz="1200" dirty="0"/>
              <a:t>Договориться о льготном кредитовании сотрудников.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26776" y="1339147"/>
            <a:ext cx="4816549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600" b="1" dirty="0"/>
              <a:t>Что можно «отдать» банку:</a:t>
            </a:r>
            <a:endParaRPr lang="en-US" altLang="ru-RU" sz="1600" b="1" dirty="0"/>
          </a:p>
        </p:txBody>
      </p:sp>
    </p:spTree>
    <p:extLst>
      <p:ext uri="{BB962C8B-B14F-4D97-AF65-F5344CB8AC3E}">
        <p14:creationId xmlns:p14="http://schemas.microsoft.com/office/powerpoint/2010/main" xmlns="" val="3652678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id="{4C718436-80F2-48EA-92C0-622171C89AB6}"/>
              </a:ext>
            </a:extLst>
          </p:cNvPr>
          <p:cNvSpPr txBox="1">
            <a:spLocks/>
          </p:cNvSpPr>
          <p:nvPr/>
        </p:nvSpPr>
        <p:spPr>
          <a:xfrm>
            <a:off x="526776" y="1225423"/>
            <a:ext cx="4995066" cy="39354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Памятка: какие комиссии нужно платить банку при получении кредита</a:t>
            </a:r>
            <a:endParaRPr lang="en-US" altLang="ru-RU" sz="1200" b="1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="" xmlns:a16="http://schemas.microsoft.com/office/drawing/2014/main" id="{6539AD3B-CEB0-44C2-BBB2-AAE01800D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6560939"/>
              </p:ext>
            </p:extLst>
          </p:nvPr>
        </p:nvGraphicFramePr>
        <p:xfrm>
          <a:off x="604748" y="1549696"/>
          <a:ext cx="4718619" cy="3203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2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71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726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5093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Платежи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Когда платятся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Их смысл и общие комментарии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9538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Up –Front fee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(% от суммы кредита)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Перед получением кредита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Может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являться </a:t>
                      </a:r>
                      <a:r>
                        <a:rPr lang="ru-RU" sz="900" b="0" baseline="0">
                          <a:solidFill>
                            <a:schemeClr val="tx1"/>
                          </a:solidFill>
                        </a:rPr>
                        <a:t>условием предоставления</a:t>
                      </a:r>
                    </a:p>
                    <a:p>
                      <a:r>
                        <a:rPr lang="ru-RU" sz="900" b="0" baseline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транша, компенсирует общие административные расходы банка на ведение переговоров, не возвращается, если в итоге банк не выдает кредит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336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Commitment fee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(% от неиспользуемой части кредитной линии)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В процессе использования кредитной линии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Плата за то, что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банк «держит» для компании возможность доступа к финансовым ресурсам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9538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Maintenance</a:t>
                      </a:r>
                      <a:r>
                        <a:rPr lang="en-US" sz="900" b="0" baseline="0" dirty="0">
                          <a:solidFill>
                            <a:schemeClr val="tx1"/>
                          </a:solidFill>
                        </a:rPr>
                        <a:t> fee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(обычно фиксированная сумма в месяц)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За поддержку открытого счета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Банк может попросить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открыть определенный счет (депозитный, расчетный и т.д.) и будет брать деньги ежемесячно за его ведение (даже если это нужно только для целей банка)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39888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Early</a:t>
                      </a:r>
                      <a:r>
                        <a:rPr lang="en-US" sz="900" b="0" baseline="0" dirty="0">
                          <a:solidFill>
                            <a:schemeClr val="tx1"/>
                          </a:solidFill>
                        </a:rPr>
                        <a:t> repayment fee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(может считаться по разному)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При досрочном погашении кредита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chemeClr val="tx1"/>
                          </a:solidFill>
                        </a:rPr>
                        <a:t>Это компенсация банку за недополученные им</a:t>
                      </a:r>
                      <a:r>
                        <a:rPr lang="ru-RU" sz="900" b="0" baseline="0" dirty="0">
                          <a:solidFill>
                            <a:schemeClr val="tx1"/>
                          </a:solidFill>
                        </a:rPr>
                        <a:t> проценты в течении всего срока кредита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46598563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3724</TotalTime>
  <Words>2364</Words>
  <Application>Microsoft Office PowerPoint</Application>
  <PresentationFormat>Экран (16:9)</PresentationFormat>
  <Paragraphs>353</Paragraphs>
  <Slides>39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39</vt:i4>
      </vt:variant>
    </vt:vector>
  </HeadingPairs>
  <TitlesOfParts>
    <vt:vector size="43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Оперативное управление и планирование платежей</vt:lpstr>
      <vt:lpstr>Проблемы управления деньгами на практике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Как наладить эффективное управление деньгами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Как эффективно работать с банками</vt:lpstr>
      <vt:lpstr>Слайд 36</vt:lpstr>
      <vt:lpstr>Слайд 37</vt:lpstr>
      <vt:lpstr>Слайд 38</vt:lpstr>
      <vt:lpstr>Слайд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133</cp:revision>
  <cp:lastPrinted>2018-02-13T09:25:17Z</cp:lastPrinted>
  <dcterms:created xsi:type="dcterms:W3CDTF">2018-01-12T10:39:47Z</dcterms:created>
  <dcterms:modified xsi:type="dcterms:W3CDTF">2018-12-19T08:46:14Z</dcterms:modified>
</cp:coreProperties>
</file>