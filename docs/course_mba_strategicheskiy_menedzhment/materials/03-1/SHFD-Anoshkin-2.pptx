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14"/>
  </p:notesMasterIdLst>
  <p:sldIdLst>
    <p:sldId id="273" r:id="rId5"/>
    <p:sldId id="274" r:id="rId6"/>
    <p:sldId id="263" r:id="rId7"/>
    <p:sldId id="269" r:id="rId8"/>
    <p:sldId id="270" r:id="rId9"/>
    <p:sldId id="275" r:id="rId10"/>
    <p:sldId id="271" r:id="rId11"/>
    <p:sldId id="276" r:id="rId12"/>
    <p:sldId id="272" r:id="rId13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706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53CC6653-B144-4BC6-B007-939A05531338}"/>
    <pc:docChg chg="custSel addSld delSld modSld sldOrd">
      <pc:chgData name="Иветта Новикова" userId="e708aafe7de06156" providerId="LiveId" clId="{53CC6653-B144-4BC6-B007-939A05531338}" dt="2018-03-18T16:01:41.145" v="418" actId="1076"/>
      <pc:docMkLst>
        <pc:docMk/>
      </pc:docMkLst>
      <pc:sldChg chg="del ord">
        <pc:chgData name="Иветта Новикова" userId="e708aafe7de06156" providerId="LiveId" clId="{53CC6653-B144-4BC6-B007-939A05531338}" dt="2018-03-18T15:48:39.796" v="40" actId="2696"/>
        <pc:sldMkLst>
          <pc:docMk/>
          <pc:sldMk cId="3165284890" sldId="261"/>
        </pc:sldMkLst>
      </pc:sldChg>
      <pc:sldChg chg="addSp delSp modSp">
        <pc:chgData name="Иветта Новикова" userId="e708aafe7de06156" providerId="LiveId" clId="{53CC6653-B144-4BC6-B007-939A05531338}" dt="2018-03-18T15:55:33.030" v="271" actId="1076"/>
        <pc:sldMkLst>
          <pc:docMk/>
          <pc:sldMk cId="1369198798" sldId="263"/>
        </pc:sldMkLst>
        <pc:spChg chg="del mod">
          <ac:chgData name="Иветта Новикова" userId="e708aafe7de06156" providerId="LiveId" clId="{53CC6653-B144-4BC6-B007-939A05531338}" dt="2018-03-18T15:53:18.722" v="233" actId="478"/>
          <ac:spMkLst>
            <pc:docMk/>
            <pc:sldMk cId="1369198798" sldId="263"/>
            <ac:spMk id="2" creationId="{00000000-0000-0000-0000-000000000000}"/>
          </ac:spMkLst>
        </pc:spChg>
        <pc:spChg chg="del">
          <ac:chgData name="Иветта Новикова" userId="e708aafe7de06156" providerId="LiveId" clId="{53CC6653-B144-4BC6-B007-939A05531338}" dt="2018-03-18T15:50:30.902" v="123" actId="478"/>
          <ac:spMkLst>
            <pc:docMk/>
            <pc:sldMk cId="1369198798" sldId="263"/>
            <ac:spMk id="5" creationId="{00000000-0000-0000-0000-000000000000}"/>
          </ac:spMkLst>
        </pc:spChg>
        <pc:spChg chg="del mod">
          <ac:chgData name="Иветта Новикова" userId="e708aafe7de06156" providerId="LiveId" clId="{53CC6653-B144-4BC6-B007-939A05531338}" dt="2018-03-18T15:54:33.954" v="259" actId="478"/>
          <ac:spMkLst>
            <pc:docMk/>
            <pc:sldMk cId="1369198798" sldId="263"/>
            <ac:spMk id="6" creationId="{00000000-0000-0000-0000-000000000000}"/>
          </ac:spMkLst>
        </pc:spChg>
        <pc:spChg chg="add del">
          <ac:chgData name="Иветта Новикова" userId="e708aafe7de06156" providerId="LiveId" clId="{53CC6653-B144-4BC6-B007-939A05531338}" dt="2018-03-18T15:54:41.278" v="261" actId="478"/>
          <ac:spMkLst>
            <pc:docMk/>
            <pc:sldMk cId="1369198798" sldId="263"/>
            <ac:spMk id="7" creationId="{00FF2A1C-9C4E-4C4B-8BE6-F87F08468AF6}"/>
          </ac:spMkLst>
        </pc:spChg>
        <pc:spChg chg="add del mod">
          <ac:chgData name="Иветта Новикова" userId="e708aafe7de06156" providerId="LiveId" clId="{53CC6653-B144-4BC6-B007-939A05531338}" dt="2018-03-18T15:53:21.669" v="234" actId="478"/>
          <ac:spMkLst>
            <pc:docMk/>
            <pc:sldMk cId="1369198798" sldId="263"/>
            <ac:spMk id="8" creationId="{33F40740-677E-4004-9B60-067FBAE5C650}"/>
          </ac:spMkLst>
        </pc:spChg>
        <pc:spChg chg="add mod">
          <ac:chgData name="Иветта Новикова" userId="e708aafe7de06156" providerId="LiveId" clId="{53CC6653-B144-4BC6-B007-939A05531338}" dt="2018-03-18T15:55:33.030" v="271" actId="1076"/>
          <ac:spMkLst>
            <pc:docMk/>
            <pc:sldMk cId="1369198798" sldId="263"/>
            <ac:spMk id="9" creationId="{B391A615-6F31-4745-8C2B-973DA9D6E933}"/>
          </ac:spMkLst>
        </pc:spChg>
      </pc:sldChg>
      <pc:sldChg chg="del">
        <pc:chgData name="Иветта Новикова" userId="e708aafe7de06156" providerId="LiveId" clId="{53CC6653-B144-4BC6-B007-939A05531338}" dt="2018-03-18T15:48:46.068" v="41" actId="2696"/>
        <pc:sldMkLst>
          <pc:docMk/>
          <pc:sldMk cId="3173051194" sldId="268"/>
        </pc:sldMkLst>
      </pc:sldChg>
      <pc:sldChg chg="addSp delSp modSp">
        <pc:chgData name="Иветта Новикова" userId="e708aafe7de06156" providerId="LiveId" clId="{53CC6653-B144-4BC6-B007-939A05531338}" dt="2018-03-18T15:57:17.955" v="318" actId="948"/>
        <pc:sldMkLst>
          <pc:docMk/>
          <pc:sldMk cId="4215097229" sldId="269"/>
        </pc:sldMkLst>
        <pc:spChg chg="del mod">
          <ac:chgData name="Иветта Новикова" userId="e708aafe7de06156" providerId="LiveId" clId="{53CC6653-B144-4BC6-B007-939A05531338}" dt="2018-03-18T15:56:38.646" v="301" actId="478"/>
          <ac:spMkLst>
            <pc:docMk/>
            <pc:sldMk cId="4215097229" sldId="269"/>
            <ac:spMk id="2" creationId="{00000000-0000-0000-0000-000000000000}"/>
          </ac:spMkLst>
        </pc:spChg>
        <pc:spChg chg="del mod">
          <ac:chgData name="Иветта Новикова" userId="e708aafe7de06156" providerId="LiveId" clId="{53CC6653-B144-4BC6-B007-939A05531338}" dt="2018-03-18T15:56:11.753" v="291" actId="478"/>
          <ac:spMkLst>
            <pc:docMk/>
            <pc:sldMk cId="4215097229" sldId="269"/>
            <ac:spMk id="3" creationId="{00000000-0000-0000-0000-000000000000}"/>
          </ac:spMkLst>
        </pc:spChg>
        <pc:spChg chg="del">
          <ac:chgData name="Иветта Новикова" userId="e708aafe7de06156" providerId="LiveId" clId="{53CC6653-B144-4BC6-B007-939A05531338}" dt="2018-03-18T15:50:34.548" v="125" actId="478"/>
          <ac:spMkLst>
            <pc:docMk/>
            <pc:sldMk cId="4215097229" sldId="269"/>
            <ac:spMk id="5" creationId="{00000000-0000-0000-0000-000000000000}"/>
          </ac:spMkLst>
        </pc:spChg>
        <pc:spChg chg="mod">
          <ac:chgData name="Иветта Новикова" userId="e708aafe7de06156" providerId="LiveId" clId="{53CC6653-B144-4BC6-B007-939A05531338}" dt="2018-03-18T15:55:59.684" v="288" actId="1076"/>
          <ac:spMkLst>
            <pc:docMk/>
            <pc:sldMk cId="4215097229" sldId="269"/>
            <ac:spMk id="6" creationId="{00000000-0000-0000-0000-000000000000}"/>
          </ac:spMkLst>
        </pc:spChg>
        <pc:spChg chg="add">
          <ac:chgData name="Иветта Новикова" userId="e708aafe7de06156" providerId="LiveId" clId="{53CC6653-B144-4BC6-B007-939A05531338}" dt="2018-03-18T15:50:34.832" v="126"/>
          <ac:spMkLst>
            <pc:docMk/>
            <pc:sldMk cId="4215097229" sldId="269"/>
            <ac:spMk id="7" creationId="{BD18FF1A-FFE1-46D6-A316-057DB31AAC91}"/>
          </ac:spMkLst>
        </pc:spChg>
        <pc:spChg chg="add del mod">
          <ac:chgData name="Иветта Новикова" userId="e708aafe7de06156" providerId="LiveId" clId="{53CC6653-B144-4BC6-B007-939A05531338}" dt="2018-03-18T15:56:41.631" v="303" actId="478"/>
          <ac:spMkLst>
            <pc:docMk/>
            <pc:sldMk cId="4215097229" sldId="269"/>
            <ac:spMk id="8" creationId="{0BF7F0AF-7283-4F0F-9AFA-291405DDC78C}"/>
          </ac:spMkLst>
        </pc:spChg>
        <pc:spChg chg="add mod">
          <ac:chgData name="Иветта Новикова" userId="e708aafe7de06156" providerId="LiveId" clId="{53CC6653-B144-4BC6-B007-939A05531338}" dt="2018-03-18T15:57:17.955" v="318" actId="948"/>
          <ac:spMkLst>
            <pc:docMk/>
            <pc:sldMk cId="4215097229" sldId="269"/>
            <ac:spMk id="9" creationId="{95DC9287-C085-4F5A-BD6D-60A1B108C0A1}"/>
          </ac:spMkLst>
        </pc:spChg>
      </pc:sldChg>
      <pc:sldChg chg="addSp delSp modSp">
        <pc:chgData name="Иветта Новикова" userId="e708aafe7de06156" providerId="LiveId" clId="{53CC6653-B144-4BC6-B007-939A05531338}" dt="2018-03-18T15:59:20.028" v="365"/>
        <pc:sldMkLst>
          <pc:docMk/>
          <pc:sldMk cId="732912342" sldId="270"/>
        </pc:sldMkLst>
        <pc:spChg chg="del mod">
          <ac:chgData name="Иветта Новикова" userId="e708aafe7de06156" providerId="LiveId" clId="{53CC6653-B144-4BC6-B007-939A05531338}" dt="2018-03-18T15:58:34.638" v="351" actId="478"/>
          <ac:spMkLst>
            <pc:docMk/>
            <pc:sldMk cId="732912342" sldId="270"/>
            <ac:spMk id="2" creationId="{00000000-0000-0000-0000-000000000000}"/>
          </ac:spMkLst>
        </pc:spChg>
        <pc:spChg chg="del">
          <ac:chgData name="Иветта Новикова" userId="e708aafe7de06156" providerId="LiveId" clId="{53CC6653-B144-4BC6-B007-939A05531338}" dt="2018-03-18T15:50:47.630" v="127" actId="478"/>
          <ac:spMkLst>
            <pc:docMk/>
            <pc:sldMk cId="732912342" sldId="270"/>
            <ac:spMk id="5" creationId="{00000000-0000-0000-0000-000000000000}"/>
          </ac:spMkLst>
        </pc:spChg>
        <pc:spChg chg="mod">
          <ac:chgData name="Иветта Новикова" userId="e708aafe7de06156" providerId="LiveId" clId="{53CC6653-B144-4BC6-B007-939A05531338}" dt="2018-03-18T15:57:41.080" v="325" actId="6549"/>
          <ac:spMkLst>
            <pc:docMk/>
            <pc:sldMk cId="732912342" sldId="270"/>
            <ac:spMk id="6" creationId="{00000000-0000-0000-0000-000000000000}"/>
          </ac:spMkLst>
        </pc:spChg>
        <pc:spChg chg="add del">
          <ac:chgData name="Иветта Новикова" userId="e708aafe7de06156" providerId="LiveId" clId="{53CC6653-B144-4BC6-B007-939A05531338}" dt="2018-03-18T15:58:01.595" v="328" actId="478"/>
          <ac:spMkLst>
            <pc:docMk/>
            <pc:sldMk cId="732912342" sldId="270"/>
            <ac:spMk id="7" creationId="{4C29D1B5-33E1-4C7E-B5B8-B38D152DF296}"/>
          </ac:spMkLst>
        </pc:spChg>
        <pc:spChg chg="add del mod">
          <ac:chgData name="Иветта Новикова" userId="e708aafe7de06156" providerId="LiveId" clId="{53CC6653-B144-4BC6-B007-939A05531338}" dt="2018-03-18T15:58:39.509" v="352" actId="478"/>
          <ac:spMkLst>
            <pc:docMk/>
            <pc:sldMk cId="732912342" sldId="270"/>
            <ac:spMk id="8" creationId="{2BA96139-20AF-4BE2-A048-0AAF24C83B88}"/>
          </ac:spMkLst>
        </pc:spChg>
        <pc:spChg chg="add mod">
          <ac:chgData name="Иветта Новикова" userId="e708aafe7de06156" providerId="LiveId" clId="{53CC6653-B144-4BC6-B007-939A05531338}" dt="2018-03-18T15:59:14.312" v="364" actId="948"/>
          <ac:spMkLst>
            <pc:docMk/>
            <pc:sldMk cId="732912342" sldId="270"/>
            <ac:spMk id="9" creationId="{8131019F-7252-4C49-8C8C-0DD17577E4B3}"/>
          </ac:spMkLst>
        </pc:spChg>
        <pc:spChg chg="add">
          <ac:chgData name="Иветта Новикова" userId="e708aafe7de06156" providerId="LiveId" clId="{53CC6653-B144-4BC6-B007-939A05531338}" dt="2018-03-18T15:59:20.028" v="365"/>
          <ac:spMkLst>
            <pc:docMk/>
            <pc:sldMk cId="732912342" sldId="270"/>
            <ac:spMk id="10" creationId="{23E55B97-AA69-41A0-B9DD-7CE7238CD034}"/>
          </ac:spMkLst>
        </pc:spChg>
      </pc:sldChg>
      <pc:sldChg chg="addSp delSp modSp">
        <pc:chgData name="Иветта Новикова" userId="e708aafe7de06156" providerId="LiveId" clId="{53CC6653-B144-4BC6-B007-939A05531338}" dt="2018-03-18T16:00:23.349" v="387" actId="1076"/>
        <pc:sldMkLst>
          <pc:docMk/>
          <pc:sldMk cId="385373451" sldId="271"/>
        </pc:sldMkLst>
        <pc:spChg chg="del mod">
          <ac:chgData name="Иветта Новикова" userId="e708aafe7de06156" providerId="LiveId" clId="{53CC6653-B144-4BC6-B007-939A05531338}" dt="2018-03-18T15:59:48.277" v="374" actId="478"/>
          <ac:spMkLst>
            <pc:docMk/>
            <pc:sldMk cId="385373451" sldId="271"/>
            <ac:spMk id="2" creationId="{00000000-0000-0000-0000-000000000000}"/>
          </ac:spMkLst>
        </pc:spChg>
        <pc:spChg chg="mod">
          <ac:chgData name="Иветта Новикова" userId="e708aafe7de06156" providerId="LiveId" clId="{53CC6653-B144-4BC6-B007-939A05531338}" dt="2018-03-18T16:00:03.117" v="382" actId="1076"/>
          <ac:spMkLst>
            <pc:docMk/>
            <pc:sldMk cId="385373451" sldId="271"/>
            <ac:spMk id="3" creationId="{00000000-0000-0000-0000-000000000000}"/>
          </ac:spMkLst>
        </pc:spChg>
        <pc:spChg chg="del">
          <ac:chgData name="Иветта Новикова" userId="e708aafe7de06156" providerId="LiveId" clId="{53CC6653-B144-4BC6-B007-939A05531338}" dt="2018-03-18T15:50:52.668" v="129" actId="478"/>
          <ac:spMkLst>
            <pc:docMk/>
            <pc:sldMk cId="385373451" sldId="271"/>
            <ac:spMk id="5" creationId="{00000000-0000-0000-0000-000000000000}"/>
          </ac:spMkLst>
        </pc:spChg>
        <pc:spChg chg="del mod">
          <ac:chgData name="Иветта Новикова" userId="e708aafe7de06156" providerId="LiveId" clId="{53CC6653-B144-4BC6-B007-939A05531338}" dt="2018-03-18T15:59:37.708" v="367" actId="478"/>
          <ac:spMkLst>
            <pc:docMk/>
            <pc:sldMk cId="385373451" sldId="271"/>
            <ac:spMk id="6" creationId="{00000000-0000-0000-0000-000000000000}"/>
          </ac:spMkLst>
        </pc:spChg>
        <pc:spChg chg="add">
          <ac:chgData name="Иветта Новикова" userId="e708aafe7de06156" providerId="LiveId" clId="{53CC6653-B144-4BC6-B007-939A05531338}" dt="2018-03-18T15:50:53.051" v="130"/>
          <ac:spMkLst>
            <pc:docMk/>
            <pc:sldMk cId="385373451" sldId="271"/>
            <ac:spMk id="7" creationId="{6C425CBC-A0E1-40AE-A1E3-B01B11C1AE8B}"/>
          </ac:spMkLst>
        </pc:spChg>
        <pc:spChg chg="add del mod">
          <ac:chgData name="Иветта Новикова" userId="e708aafe7de06156" providerId="LiveId" clId="{53CC6653-B144-4BC6-B007-939A05531338}" dt="2018-03-18T15:59:50.163" v="375" actId="478"/>
          <ac:spMkLst>
            <pc:docMk/>
            <pc:sldMk cId="385373451" sldId="271"/>
            <ac:spMk id="8" creationId="{09F8C8B5-BEFD-47BC-B444-2745610EDD04}"/>
          </ac:spMkLst>
        </pc:spChg>
        <pc:spChg chg="add mod">
          <ac:chgData name="Иветта Новикова" userId="e708aafe7de06156" providerId="LiveId" clId="{53CC6653-B144-4BC6-B007-939A05531338}" dt="2018-03-18T16:00:13.525" v="385" actId="1076"/>
          <ac:spMkLst>
            <pc:docMk/>
            <pc:sldMk cId="385373451" sldId="271"/>
            <ac:spMk id="9" creationId="{078E80DD-BEE5-4AD6-9F72-104B7261975D}"/>
          </ac:spMkLst>
        </pc:spChg>
        <pc:spChg chg="add mod">
          <ac:chgData name="Иветта Новикова" userId="e708aafe7de06156" providerId="LiveId" clId="{53CC6653-B144-4BC6-B007-939A05531338}" dt="2018-03-18T16:00:23.349" v="387" actId="1076"/>
          <ac:spMkLst>
            <pc:docMk/>
            <pc:sldMk cId="385373451" sldId="271"/>
            <ac:spMk id="10" creationId="{A92C9F61-3E7E-414A-A815-4AE9D3FDC457}"/>
          </ac:spMkLst>
        </pc:spChg>
      </pc:sldChg>
      <pc:sldChg chg="addSp delSp modSp">
        <pc:chgData name="Иветта Новикова" userId="e708aafe7de06156" providerId="LiveId" clId="{53CC6653-B144-4BC6-B007-939A05531338}" dt="2018-03-18T16:01:41.145" v="418" actId="1076"/>
        <pc:sldMkLst>
          <pc:docMk/>
          <pc:sldMk cId="3829152439" sldId="272"/>
        </pc:sldMkLst>
        <pc:spChg chg="del mod">
          <ac:chgData name="Иветта Новикова" userId="e708aafe7de06156" providerId="LiveId" clId="{53CC6653-B144-4BC6-B007-939A05531338}" dt="2018-03-18T16:01:04.755" v="403" actId="478"/>
          <ac:spMkLst>
            <pc:docMk/>
            <pc:sldMk cId="3829152439" sldId="272"/>
            <ac:spMk id="2" creationId="{00000000-0000-0000-0000-000000000000}"/>
          </ac:spMkLst>
        </pc:spChg>
        <pc:spChg chg="del">
          <ac:chgData name="Иветта Новикова" userId="e708aafe7de06156" providerId="LiveId" clId="{53CC6653-B144-4BC6-B007-939A05531338}" dt="2018-03-18T15:50:56.933" v="131" actId="478"/>
          <ac:spMkLst>
            <pc:docMk/>
            <pc:sldMk cId="3829152439" sldId="272"/>
            <ac:spMk id="5" creationId="{00000000-0000-0000-0000-000000000000}"/>
          </ac:spMkLst>
        </pc:spChg>
        <pc:spChg chg="mod">
          <ac:chgData name="Иветта Новикова" userId="e708aafe7de06156" providerId="LiveId" clId="{53CC6653-B144-4BC6-B007-939A05531338}" dt="2018-03-18T16:01:41.145" v="418" actId="1076"/>
          <ac:spMkLst>
            <pc:docMk/>
            <pc:sldMk cId="3829152439" sldId="272"/>
            <ac:spMk id="6" creationId="{00000000-0000-0000-0000-000000000000}"/>
          </ac:spMkLst>
        </pc:spChg>
        <pc:spChg chg="add">
          <ac:chgData name="Иветта Новикова" userId="e708aafe7de06156" providerId="LiveId" clId="{53CC6653-B144-4BC6-B007-939A05531338}" dt="2018-03-18T15:50:57.252" v="132"/>
          <ac:spMkLst>
            <pc:docMk/>
            <pc:sldMk cId="3829152439" sldId="272"/>
            <ac:spMk id="7" creationId="{6CF0CC65-D76C-4AD3-A959-532B0693F137}"/>
          </ac:spMkLst>
        </pc:spChg>
        <pc:spChg chg="add del mod">
          <ac:chgData name="Иветта Новикова" userId="e708aafe7de06156" providerId="LiveId" clId="{53CC6653-B144-4BC6-B007-939A05531338}" dt="2018-03-18T16:01:07.093" v="404" actId="478"/>
          <ac:spMkLst>
            <pc:docMk/>
            <pc:sldMk cId="3829152439" sldId="272"/>
            <ac:spMk id="8" creationId="{CBCC245A-3274-4E49-9D51-26B036E4E90A}"/>
          </ac:spMkLst>
        </pc:spChg>
        <pc:spChg chg="add mod">
          <ac:chgData name="Иветта Новикова" userId="e708aafe7de06156" providerId="LiveId" clId="{53CC6653-B144-4BC6-B007-939A05531338}" dt="2018-03-18T16:01:37.845" v="417" actId="1076"/>
          <ac:spMkLst>
            <pc:docMk/>
            <pc:sldMk cId="3829152439" sldId="272"/>
            <ac:spMk id="9" creationId="{208A4DF3-D5F2-4768-ACA5-8EC26AA5F5E8}"/>
          </ac:spMkLst>
        </pc:spChg>
      </pc:sldChg>
      <pc:sldChg chg="modSp add">
        <pc:chgData name="Иветта Новикова" userId="e708aafe7de06156" providerId="LiveId" clId="{53CC6653-B144-4BC6-B007-939A05531338}" dt="2018-03-18T15:48:34.256" v="39" actId="1076"/>
        <pc:sldMkLst>
          <pc:docMk/>
          <pc:sldMk cId="554041663" sldId="273"/>
        </pc:sldMkLst>
        <pc:spChg chg="mod">
          <ac:chgData name="Иветта Новикова" userId="e708aafe7de06156" providerId="LiveId" clId="{53CC6653-B144-4BC6-B007-939A05531338}" dt="2018-03-18T15:48:34.256" v="39" actId="1076"/>
          <ac:spMkLst>
            <pc:docMk/>
            <pc:sldMk cId="554041663" sldId="273"/>
            <ac:spMk id="11" creationId="{83B216AE-E002-4B69-8586-A1804C935C1E}"/>
          </ac:spMkLst>
        </pc:spChg>
      </pc:sldChg>
      <pc:sldChg chg="modSp add ord">
        <pc:chgData name="Иветта Новикова" userId="e708aafe7de06156" providerId="LiveId" clId="{53CC6653-B144-4BC6-B007-939A05531338}" dt="2018-03-18T15:50:24.022" v="122" actId="20577"/>
        <pc:sldMkLst>
          <pc:docMk/>
          <pc:sldMk cId="3756243833" sldId="274"/>
        </pc:sldMkLst>
        <pc:spChg chg="mod">
          <ac:chgData name="Иветта Новикова" userId="e708aafe7de06156" providerId="LiveId" clId="{53CC6653-B144-4BC6-B007-939A05531338}" dt="2018-03-18T15:50:09.284" v="85" actId="20577"/>
          <ac:spMkLst>
            <pc:docMk/>
            <pc:sldMk cId="3756243833" sldId="274"/>
            <ac:spMk id="2" creationId="{00000000-0000-0000-0000-000000000000}"/>
          </ac:spMkLst>
        </pc:spChg>
        <pc:spChg chg="mod">
          <ac:chgData name="Иветта Новикова" userId="e708aafe7de06156" providerId="LiveId" clId="{53CC6653-B144-4BC6-B007-939A05531338}" dt="2018-03-18T15:50:24.022" v="122" actId="20577"/>
          <ac:spMkLst>
            <pc:docMk/>
            <pc:sldMk cId="3756243833" sldId="274"/>
            <ac:spMk id="6" creationId="{2902F4ED-CBF4-4160-9402-4D5CE2B437FE}"/>
          </ac:spMkLst>
        </pc:spChg>
      </pc:sldChg>
      <pc:sldChg chg="modSp add ord">
        <pc:chgData name="Иветта Новикова" userId="e708aafe7de06156" providerId="LiveId" clId="{53CC6653-B144-4BC6-B007-939A05531338}" dt="2018-03-18T15:51:10.874" v="161" actId="20577"/>
        <pc:sldMkLst>
          <pc:docMk/>
          <pc:sldMk cId="3545860492" sldId="275"/>
        </pc:sldMkLst>
        <pc:spChg chg="mod">
          <ac:chgData name="Иветта Новикова" userId="e708aafe7de06156" providerId="LiveId" clId="{53CC6653-B144-4BC6-B007-939A05531338}" dt="2018-03-18T15:51:10.874" v="161" actId="20577"/>
          <ac:spMkLst>
            <pc:docMk/>
            <pc:sldMk cId="3545860492" sldId="275"/>
            <ac:spMk id="2" creationId="{00000000-0000-0000-0000-000000000000}"/>
          </ac:spMkLst>
        </pc:spChg>
      </pc:sldChg>
      <pc:sldChg chg="modSp add ord">
        <pc:chgData name="Иветта Новикова" userId="e708aafe7de06156" providerId="LiveId" clId="{53CC6653-B144-4BC6-B007-939A05531338}" dt="2018-03-18T15:51:24.503" v="184" actId="20577"/>
        <pc:sldMkLst>
          <pc:docMk/>
          <pc:sldMk cId="1726518593" sldId="276"/>
        </pc:sldMkLst>
        <pc:spChg chg="mod">
          <ac:chgData name="Иветта Новикова" userId="e708aafe7de06156" providerId="LiveId" clId="{53CC6653-B144-4BC6-B007-939A05531338}" dt="2018-03-18T15:51:24.503" v="184" actId="20577"/>
          <ac:spMkLst>
            <pc:docMk/>
            <pc:sldMk cId="1726518593" sldId="276"/>
            <ac:spMk id="2" creationId="{00000000-0000-0000-0000-000000000000}"/>
          </ac:spMkLst>
        </pc:spChg>
      </pc:sldChg>
      <pc:sldChg chg="add del">
        <pc:chgData name="Иветта Новикова" userId="e708aafe7de06156" providerId="LiveId" clId="{53CC6653-B144-4BC6-B007-939A05531338}" dt="2018-03-18T15:54:26.250" v="257"/>
        <pc:sldMkLst>
          <pc:docMk/>
          <pc:sldMk cId="664906285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566EB60-5257-494F-9E72-845827F2B1F6}"/>
              </a:ext>
            </a:extLst>
          </p:cNvPr>
          <p:cNvSpPr txBox="1"/>
          <p:nvPr/>
        </p:nvSpPr>
        <p:spPr>
          <a:xfrm>
            <a:off x="1733937" y="4007663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Константин Аношкин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 dirty="0"/>
              <a:t>финансовый </a:t>
            </a:r>
            <a:r>
              <a:rPr lang="ru-RU" sz="1400" dirty="0" smtClean="0"/>
              <a:t>эксперт</a:t>
            </a:r>
            <a:endParaRPr lang="ru-RU" sz="14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64823E2A-C44A-42E2-B622-4E22EC2080D9}"/>
              </a:ext>
            </a:extLst>
          </p:cNvPr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10" name="Изображение 2">
            <a:extLst>
              <a:ext uri="{FF2B5EF4-FFF2-40B4-BE49-F238E27FC236}">
                <a16:creationId xmlns="" xmlns:a16="http://schemas.microsoft.com/office/drawing/2014/main" id="{3C266811-C323-46A5-8586-C0A0BD782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90" y="3451939"/>
            <a:ext cx="874347" cy="1092935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35923" y="1829059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3600" b="1" dirty="0"/>
              <a:t>Порядок работы и переговоров с банком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xmlns="" val="55404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3" y="2050020"/>
            <a:ext cx="7044532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/>
              <a:t>Основные этапы переговоров с банком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Порядок работы и переговоров с банком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624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B391A615-6F31-4745-8C2B-973DA9D6E933}"/>
              </a:ext>
            </a:extLst>
          </p:cNvPr>
          <p:cNvSpPr/>
          <p:nvPr/>
        </p:nvSpPr>
        <p:spPr>
          <a:xfrm>
            <a:off x="544285" y="1372816"/>
            <a:ext cx="4572000" cy="33085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ru-RU" sz="1300" dirty="0"/>
              <a:t>1. Выбор проекта для банковского финансирования.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2. Подготовка финансовой модели и презентационных материалов.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3. Поиск возможных банков партнеров и презентация проекта.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4. Подготовка и отправка документов по запросу Банка.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5. Оценка Банком кредитного риска и предоставление предварительных условий.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6. Отработка условий Кредитного договора.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7. Прохождение Кредитного Комитета и получение выписки.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8. Оформление Кредитного договора и получение финансирования.</a:t>
            </a:r>
          </a:p>
          <a:p>
            <a:pPr>
              <a:spcAft>
                <a:spcPts val="600"/>
              </a:spcAft>
            </a:pPr>
            <a:r>
              <a:rPr lang="ru-RU" sz="1300" dirty="0"/>
              <a:t>9. Регулярная отчетность перед Банком.</a:t>
            </a:r>
          </a:p>
        </p:txBody>
      </p:sp>
    </p:spTree>
    <p:extLst>
      <p:ext uri="{BB962C8B-B14F-4D97-AF65-F5344CB8AC3E}">
        <p14:creationId xmlns:p14="http://schemas.microsoft.com/office/powerpoint/2010/main" xmlns="" val="136919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3483" y="1320694"/>
            <a:ext cx="3025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Основные реперные точки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BD18FF1A-FFE1-46D6-A316-057DB31AAC91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Порядок работы и переговоров с банком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5DC9287-C085-4F5A-BD6D-60A1B108C0A1}"/>
              </a:ext>
            </a:extLst>
          </p:cNvPr>
          <p:cNvSpPr/>
          <p:nvPr/>
        </p:nvSpPr>
        <p:spPr>
          <a:xfrm>
            <a:off x="583483" y="1771454"/>
            <a:ext cx="4572000" cy="22775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Подготовка финансовой модели и презентационных материалов.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Поиск возможных банков партнеров и презентация проекта.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Подготовка и отправка документов по запросу Банка.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Оценка Банком кредитного риска и предоставление предварительных условий.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Отработка условий Кредитного договора.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Регулярная отчетность перед Банком.</a:t>
            </a:r>
          </a:p>
        </p:txBody>
      </p:sp>
    </p:spTree>
    <p:extLst>
      <p:ext uri="{BB962C8B-B14F-4D97-AF65-F5344CB8AC3E}">
        <p14:creationId xmlns:p14="http://schemas.microsoft.com/office/powerpoint/2010/main" xmlns="" val="421509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83482" y="1316250"/>
            <a:ext cx="398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На что обратить особое внимание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8131019F-7252-4C49-8C8C-0DD17577E4B3}"/>
              </a:ext>
            </a:extLst>
          </p:cNvPr>
          <p:cNvSpPr/>
          <p:nvPr/>
        </p:nvSpPr>
        <p:spPr>
          <a:xfrm>
            <a:off x="583482" y="1809019"/>
            <a:ext cx="4572000" cy="19543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Стоимость текущего обслуживания.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Залоги и методика их оценки.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Поручительство.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Ставки и формула их изменений.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Структура погашения «тела» кредита.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Ковенанты.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300" dirty="0"/>
              <a:t>Банковский мониторинг.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23E55B97-AA69-41A0-B9DD-7CE7238CD034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Порядок работы и переговоров с банком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291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3" y="2050020"/>
            <a:ext cx="7044532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/>
              <a:t>Уровни переговоров с банком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Порядок работы и переговоров с банком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586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04548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C425CBC-A0E1-40AE-A1E3-B01B11C1AE8B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Порядок работы и переговоров с банком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078E80DD-BEE5-4AD6-9F72-104B7261975D}"/>
              </a:ext>
            </a:extLst>
          </p:cNvPr>
          <p:cNvSpPr/>
          <p:nvPr/>
        </p:nvSpPr>
        <p:spPr>
          <a:xfrm>
            <a:off x="583483" y="2149760"/>
            <a:ext cx="3471066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Уровень Финансового директора.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Уровень Финансового менеджера.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Уровень Руководства компании.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A92C9F61-3E7E-414A-A815-4AE9D3FDC457}"/>
              </a:ext>
            </a:extLst>
          </p:cNvPr>
          <p:cNvSpPr/>
          <p:nvPr/>
        </p:nvSpPr>
        <p:spPr>
          <a:xfrm>
            <a:off x="583483" y="1419269"/>
            <a:ext cx="3214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Уровни переговоров с банком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5373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3" y="2050020"/>
            <a:ext cx="7044532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/>
              <a:t>Банковский мониторинг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Порядок работы и переговоров с банком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6518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33864" y="1376946"/>
            <a:ext cx="3025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Банковский мониторинг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CF0CC65-D76C-4AD3-A959-532B0693F137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Порядок работы и переговоров с банком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208A4DF3-D5F2-4768-ACA5-8EC26AA5F5E8}"/>
              </a:ext>
            </a:extLst>
          </p:cNvPr>
          <p:cNvSpPr/>
          <p:nvPr/>
        </p:nvSpPr>
        <p:spPr>
          <a:xfrm>
            <a:off x="533864" y="1995407"/>
            <a:ext cx="4572000" cy="19543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Прозрачность для банка.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Формирование досье.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Тесное взаимодействие и информационная поддержка.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Готовность к использованию дополнительных инструментов.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u="sng" dirty="0"/>
              <a:t>Поиск путей уменьшения текущей стоимости обслуживания кредитного портфеля компании.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u="sng" dirty="0"/>
              <a:t>Снижение рисков наступления дефолта по обслуживанию кредита.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xmlns="" val="3829152439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607</TotalTime>
  <Words>284</Words>
  <Application>Microsoft Office PowerPoint</Application>
  <PresentationFormat>Экран (16:9)</PresentationFormat>
  <Paragraphs>55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Слайд 1</vt:lpstr>
      <vt:lpstr>Основные этапы переговоров с банком</vt:lpstr>
      <vt:lpstr>Слайд 3</vt:lpstr>
      <vt:lpstr>Слайд 4</vt:lpstr>
      <vt:lpstr>Слайд 5</vt:lpstr>
      <vt:lpstr>Уровни переговоров с банком</vt:lpstr>
      <vt:lpstr>Слайд 7</vt:lpstr>
      <vt:lpstr>Банковский мониторинг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50</cp:revision>
  <dcterms:created xsi:type="dcterms:W3CDTF">2018-01-12T10:39:47Z</dcterms:created>
  <dcterms:modified xsi:type="dcterms:W3CDTF">2018-12-19T07:04:31Z</dcterms:modified>
</cp:coreProperties>
</file>