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Default Extension="docx" ContentType="application/vnd.openxmlformats-officedocument.wordprocessingml.document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changesInfos/changesInfo1.xml" ContentType="application/vnd.ms-powerpoint.changesinfo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4" r:id="rId2"/>
    <p:sldMasterId id="2147483696" r:id="rId3"/>
    <p:sldMasterId id="2147483708" r:id="rId4"/>
  </p:sldMasterIdLst>
  <p:notesMasterIdLst>
    <p:notesMasterId r:id="rId27"/>
  </p:notesMasterIdLst>
  <p:sldIdLst>
    <p:sldId id="256" r:id="rId5"/>
    <p:sldId id="259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83" r:id="rId19"/>
    <p:sldId id="278" r:id="rId20"/>
    <p:sldId id="284" r:id="rId21"/>
    <p:sldId id="279" r:id="rId22"/>
    <p:sldId id="280" r:id="rId23"/>
    <p:sldId id="281" r:id="rId24"/>
    <p:sldId id="282" r:id="rId25"/>
    <p:sldId id="285" r:id="rId26"/>
  </p:sldIdLst>
  <p:sldSz cx="9144000" cy="5143500" type="screen16x9"/>
  <p:notesSz cx="6858000" cy="9144000"/>
  <p:defaultTextStyle>
    <a:defPPr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E132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-562" y="-8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етта Новикова" userId="e708aafe7de06156" providerId="LiveId" clId="{62DFBE13-6FE1-449B-9F67-24BCAD207500}"/>
    <pc:docChg chg="custSel modSld">
      <pc:chgData name="Иветта Новикова" userId="e708aafe7de06156" providerId="LiveId" clId="{62DFBE13-6FE1-449B-9F67-24BCAD207500}" dt="2018-03-08T16:56:40.152" v="135" actId="478"/>
      <pc:docMkLst>
        <pc:docMk/>
      </pc:docMkLst>
      <pc:sldChg chg="modSp">
        <pc:chgData name="Иветта Новикова" userId="e708aafe7de06156" providerId="LiveId" clId="{62DFBE13-6FE1-449B-9F67-24BCAD207500}" dt="2018-03-08T16:46:18.962" v="3" actId="1076"/>
        <pc:sldMkLst>
          <pc:docMk/>
          <pc:sldMk cId="352707402" sldId="256"/>
        </pc:sldMkLst>
        <pc:spChg chg="mod">
          <ac:chgData name="Иветта Новикова" userId="e708aafe7de06156" providerId="LiveId" clId="{62DFBE13-6FE1-449B-9F67-24BCAD207500}" dt="2018-03-08T16:46:18.962" v="3" actId="1076"/>
          <ac:spMkLst>
            <pc:docMk/>
            <pc:sldMk cId="352707402" sldId="256"/>
            <ac:spMk id="2" creationId="{00000000-0000-0000-0000-000000000000}"/>
          </ac:spMkLst>
        </pc:spChg>
        <pc:spChg chg="mod">
          <ac:chgData name="Иветта Новикова" userId="e708aafe7de06156" providerId="LiveId" clId="{62DFBE13-6FE1-449B-9F67-24BCAD207500}" dt="2018-03-08T16:45:45.779" v="2" actId="113"/>
          <ac:spMkLst>
            <pc:docMk/>
            <pc:sldMk cId="352707402" sldId="256"/>
            <ac:spMk id="5" creationId="{00000000-0000-0000-0000-000000000000}"/>
          </ac:spMkLst>
        </pc:spChg>
      </pc:sldChg>
      <pc:sldChg chg="modSp">
        <pc:chgData name="Иветта Новикова" userId="e708aafe7de06156" providerId="LiveId" clId="{62DFBE13-6FE1-449B-9F67-24BCAD207500}" dt="2018-03-08T16:46:24.202" v="4" actId="1076"/>
        <pc:sldMkLst>
          <pc:docMk/>
          <pc:sldMk cId="3840940645" sldId="259"/>
        </pc:sldMkLst>
        <pc:spChg chg="mod">
          <ac:chgData name="Иветта Новикова" userId="e708aafe7de06156" providerId="LiveId" clId="{62DFBE13-6FE1-449B-9F67-24BCAD207500}" dt="2018-03-08T16:46:24.202" v="4" actId="1076"/>
          <ac:spMkLst>
            <pc:docMk/>
            <pc:sldMk cId="3840940645" sldId="259"/>
            <ac:spMk id="2" creationId="{00000000-0000-0000-0000-000000000000}"/>
          </ac:spMkLst>
        </pc:spChg>
      </pc:sldChg>
      <pc:sldChg chg="delSp modSp delAnim">
        <pc:chgData name="Иветта Новикова" userId="e708aafe7de06156" providerId="LiveId" clId="{62DFBE13-6FE1-449B-9F67-24BCAD207500}" dt="2018-03-08T16:48:45.346" v="45" actId="14100"/>
        <pc:sldMkLst>
          <pc:docMk/>
          <pc:sldMk cId="1789890620" sldId="266"/>
        </pc:sldMkLst>
        <pc:spChg chg="mod">
          <ac:chgData name="Иветта Новикова" userId="e708aafe7de06156" providerId="LiveId" clId="{62DFBE13-6FE1-449B-9F67-24BCAD207500}" dt="2018-03-08T16:48:45.346" v="45" actId="14100"/>
          <ac:spMkLst>
            <pc:docMk/>
            <pc:sldMk cId="1789890620" sldId="266"/>
            <ac:spMk id="2" creationId="{00000000-0000-0000-0000-000000000000}"/>
          </ac:spMkLst>
        </pc:spChg>
        <pc:spChg chg="mod">
          <ac:chgData name="Иветта Новикова" userId="e708aafe7de06156" providerId="LiveId" clId="{62DFBE13-6FE1-449B-9F67-24BCAD207500}" dt="2018-03-08T16:48:41.615" v="44" actId="1076"/>
          <ac:spMkLst>
            <pc:docMk/>
            <pc:sldMk cId="1789890620" sldId="266"/>
            <ac:spMk id="3" creationId="{00000000-0000-0000-0000-000000000000}"/>
          </ac:spMkLst>
        </pc:spChg>
        <pc:spChg chg="del">
          <ac:chgData name="Иветта Новикова" userId="e708aafe7de06156" providerId="LiveId" clId="{62DFBE13-6FE1-449B-9F67-24BCAD207500}" dt="2018-03-08T16:47:18.039" v="5" actId="478"/>
          <ac:spMkLst>
            <pc:docMk/>
            <pc:sldMk cId="1789890620" sldId="266"/>
            <ac:spMk id="4" creationId="{00000000-0000-0000-0000-000000000000}"/>
          </ac:spMkLst>
        </pc:spChg>
        <pc:spChg chg="del">
          <ac:chgData name="Иветта Новикова" userId="e708aafe7de06156" providerId="LiveId" clId="{62DFBE13-6FE1-449B-9F67-24BCAD207500}" dt="2018-03-08T16:47:19.755" v="6" actId="478"/>
          <ac:spMkLst>
            <pc:docMk/>
            <pc:sldMk cId="1789890620" sldId="266"/>
            <ac:spMk id="7" creationId="{00000000-0000-0000-0000-000000000000}"/>
          </ac:spMkLst>
        </pc:spChg>
        <pc:spChg chg="del mod">
          <ac:chgData name="Иветта Новикова" userId="e708aafe7de06156" providerId="LiveId" clId="{62DFBE13-6FE1-449B-9F67-24BCAD207500}" dt="2018-03-08T16:48:06.138" v="32" actId="478"/>
          <ac:spMkLst>
            <pc:docMk/>
            <pc:sldMk cId="1789890620" sldId="266"/>
            <ac:spMk id="9" creationId="{00000000-0000-0000-0000-000000000000}"/>
          </ac:spMkLst>
        </pc:spChg>
        <pc:spChg chg="del mod">
          <ac:chgData name="Иветта Новикова" userId="e708aafe7de06156" providerId="LiveId" clId="{62DFBE13-6FE1-449B-9F67-24BCAD207500}" dt="2018-03-08T16:48:12.731" v="33" actId="478"/>
          <ac:spMkLst>
            <pc:docMk/>
            <pc:sldMk cId="1789890620" sldId="266"/>
            <ac:spMk id="10" creationId="{00000000-0000-0000-0000-000000000000}"/>
          </ac:spMkLst>
        </pc:spChg>
        <pc:spChg chg="mod">
          <ac:chgData name="Иветта Новикова" userId="e708aafe7de06156" providerId="LiveId" clId="{62DFBE13-6FE1-449B-9F67-24BCAD207500}" dt="2018-03-08T16:48:33.807" v="39" actId="1076"/>
          <ac:spMkLst>
            <pc:docMk/>
            <pc:sldMk cId="1789890620" sldId="266"/>
            <ac:spMk id="15" creationId="{00000000-0000-0000-0000-000000000000}"/>
          </ac:spMkLst>
        </pc:spChg>
      </pc:sldChg>
      <pc:sldChg chg="modSp">
        <pc:chgData name="Иветта Новикова" userId="e708aafe7de06156" providerId="LiveId" clId="{62DFBE13-6FE1-449B-9F67-24BCAD207500}" dt="2018-03-08T16:48:53.356" v="46" actId="1076"/>
        <pc:sldMkLst>
          <pc:docMk/>
          <pc:sldMk cId="737538055" sldId="267"/>
        </pc:sldMkLst>
        <pc:spChg chg="mod">
          <ac:chgData name="Иветта Новикова" userId="e708aafe7de06156" providerId="LiveId" clId="{62DFBE13-6FE1-449B-9F67-24BCAD207500}" dt="2018-03-08T16:48:53.356" v="46" actId="1076"/>
          <ac:spMkLst>
            <pc:docMk/>
            <pc:sldMk cId="737538055" sldId="267"/>
            <ac:spMk id="2" creationId="{00000000-0000-0000-0000-000000000000}"/>
          </ac:spMkLst>
        </pc:spChg>
      </pc:sldChg>
      <pc:sldChg chg="delSp modSp delAnim">
        <pc:chgData name="Иветта Новикова" userId="e708aafe7de06156" providerId="LiveId" clId="{62DFBE13-6FE1-449B-9F67-24BCAD207500}" dt="2018-03-08T16:50:02.021" v="65" actId="20577"/>
        <pc:sldMkLst>
          <pc:docMk/>
          <pc:sldMk cId="4205846346" sldId="268"/>
        </pc:sldMkLst>
        <pc:spChg chg="mod">
          <ac:chgData name="Иветта Новикова" userId="e708aafe7de06156" providerId="LiveId" clId="{62DFBE13-6FE1-449B-9F67-24BCAD207500}" dt="2018-03-08T16:49:51.985" v="62" actId="1076"/>
          <ac:spMkLst>
            <pc:docMk/>
            <pc:sldMk cId="4205846346" sldId="268"/>
            <ac:spMk id="2" creationId="{00000000-0000-0000-0000-000000000000}"/>
          </ac:spMkLst>
        </pc:spChg>
        <pc:spChg chg="del">
          <ac:chgData name="Иветта Новикова" userId="e708aafe7de06156" providerId="LiveId" clId="{62DFBE13-6FE1-449B-9F67-24BCAD207500}" dt="2018-03-08T16:48:57.064" v="47" actId="478"/>
          <ac:spMkLst>
            <pc:docMk/>
            <pc:sldMk cId="4205846346" sldId="268"/>
            <ac:spMk id="4" creationId="{00000000-0000-0000-0000-000000000000}"/>
          </ac:spMkLst>
        </pc:spChg>
        <pc:spChg chg="del">
          <ac:chgData name="Иветта Новикова" userId="e708aafe7de06156" providerId="LiveId" clId="{62DFBE13-6FE1-449B-9F67-24BCAD207500}" dt="2018-03-08T16:48:59.079" v="48" actId="478"/>
          <ac:spMkLst>
            <pc:docMk/>
            <pc:sldMk cId="4205846346" sldId="268"/>
            <ac:spMk id="7" creationId="{00000000-0000-0000-0000-000000000000}"/>
          </ac:spMkLst>
        </pc:spChg>
        <pc:spChg chg="del">
          <ac:chgData name="Иветта Новикова" userId="e708aafe7de06156" providerId="LiveId" clId="{62DFBE13-6FE1-449B-9F67-24BCAD207500}" dt="2018-03-08T16:49:31.990" v="58" actId="478"/>
          <ac:spMkLst>
            <pc:docMk/>
            <pc:sldMk cId="4205846346" sldId="268"/>
            <ac:spMk id="9" creationId="{00000000-0000-0000-0000-000000000000}"/>
          </ac:spMkLst>
        </pc:spChg>
        <pc:spChg chg="del">
          <ac:chgData name="Иветта Новикова" userId="e708aafe7de06156" providerId="LiveId" clId="{62DFBE13-6FE1-449B-9F67-24BCAD207500}" dt="2018-03-08T16:49:29.389" v="57" actId="478"/>
          <ac:spMkLst>
            <pc:docMk/>
            <pc:sldMk cId="4205846346" sldId="268"/>
            <ac:spMk id="10" creationId="{00000000-0000-0000-0000-000000000000}"/>
          </ac:spMkLst>
        </pc:spChg>
        <pc:spChg chg="mod">
          <ac:chgData name="Иветта Новикова" userId="e708aafe7de06156" providerId="LiveId" clId="{62DFBE13-6FE1-449B-9F67-24BCAD207500}" dt="2018-03-08T16:50:02.021" v="65" actId="20577"/>
          <ac:spMkLst>
            <pc:docMk/>
            <pc:sldMk cId="4205846346" sldId="268"/>
            <ac:spMk id="15" creationId="{00000000-0000-0000-0000-000000000000}"/>
          </ac:spMkLst>
        </pc:spChg>
      </pc:sldChg>
      <pc:sldChg chg="modSp">
        <pc:chgData name="Иветта Новикова" userId="e708aafe7de06156" providerId="LiveId" clId="{62DFBE13-6FE1-449B-9F67-24BCAD207500}" dt="2018-03-08T16:50:14.504" v="66" actId="1076"/>
        <pc:sldMkLst>
          <pc:docMk/>
          <pc:sldMk cId="2434290911" sldId="269"/>
        </pc:sldMkLst>
        <pc:spChg chg="mod">
          <ac:chgData name="Иветта Новикова" userId="e708aafe7de06156" providerId="LiveId" clId="{62DFBE13-6FE1-449B-9F67-24BCAD207500}" dt="2018-03-08T16:50:14.504" v="66" actId="1076"/>
          <ac:spMkLst>
            <pc:docMk/>
            <pc:sldMk cId="2434290911" sldId="269"/>
            <ac:spMk id="2" creationId="{00000000-0000-0000-0000-000000000000}"/>
          </ac:spMkLst>
        </pc:spChg>
      </pc:sldChg>
      <pc:sldChg chg="delSp modSp">
        <pc:chgData name="Иветта Новикова" userId="e708aafe7de06156" providerId="LiveId" clId="{62DFBE13-6FE1-449B-9F67-24BCAD207500}" dt="2018-03-08T16:50:53.395" v="79" actId="20577"/>
        <pc:sldMkLst>
          <pc:docMk/>
          <pc:sldMk cId="2076535535" sldId="270"/>
        </pc:sldMkLst>
        <pc:spChg chg="mod">
          <ac:chgData name="Иветта Новикова" userId="e708aafe7de06156" providerId="LiveId" clId="{62DFBE13-6FE1-449B-9F67-24BCAD207500}" dt="2018-03-08T16:50:53.395" v="79" actId="20577"/>
          <ac:spMkLst>
            <pc:docMk/>
            <pc:sldMk cId="2076535535" sldId="270"/>
            <ac:spMk id="2" creationId="{00000000-0000-0000-0000-000000000000}"/>
          </ac:spMkLst>
        </pc:spChg>
        <pc:spChg chg="del">
          <ac:chgData name="Иветта Новикова" userId="e708aafe7de06156" providerId="LiveId" clId="{62DFBE13-6FE1-449B-9F67-24BCAD207500}" dt="2018-03-08T16:50:18.389" v="67" actId="478"/>
          <ac:spMkLst>
            <pc:docMk/>
            <pc:sldMk cId="2076535535" sldId="270"/>
            <ac:spMk id="4" creationId="{00000000-0000-0000-0000-000000000000}"/>
          </ac:spMkLst>
        </pc:spChg>
        <pc:spChg chg="del">
          <ac:chgData name="Иветта Новикова" userId="e708aafe7de06156" providerId="LiveId" clId="{62DFBE13-6FE1-449B-9F67-24BCAD207500}" dt="2018-03-08T16:50:20.304" v="68" actId="478"/>
          <ac:spMkLst>
            <pc:docMk/>
            <pc:sldMk cId="2076535535" sldId="270"/>
            <ac:spMk id="7" creationId="{00000000-0000-0000-0000-000000000000}"/>
          </ac:spMkLst>
        </pc:spChg>
        <pc:spChg chg="mod">
          <ac:chgData name="Иветта Новикова" userId="e708aafe7de06156" providerId="LiveId" clId="{62DFBE13-6FE1-449B-9F67-24BCAD207500}" dt="2018-03-08T16:50:24.460" v="70" actId="1076"/>
          <ac:spMkLst>
            <pc:docMk/>
            <pc:sldMk cId="2076535535" sldId="270"/>
            <ac:spMk id="15" creationId="{00000000-0000-0000-0000-000000000000}"/>
          </ac:spMkLst>
        </pc:spChg>
      </pc:sldChg>
      <pc:sldChg chg="delSp modSp">
        <pc:chgData name="Иветта Новикова" userId="e708aafe7de06156" providerId="LiveId" clId="{62DFBE13-6FE1-449B-9F67-24BCAD207500}" dt="2018-03-08T16:51:19.498" v="87" actId="20577"/>
        <pc:sldMkLst>
          <pc:docMk/>
          <pc:sldMk cId="437188235" sldId="271"/>
        </pc:sldMkLst>
        <pc:spChg chg="del">
          <ac:chgData name="Иветта Новикова" userId="e708aafe7de06156" providerId="LiveId" clId="{62DFBE13-6FE1-449B-9F67-24BCAD207500}" dt="2018-03-08T16:51:02.305" v="80" actId="478"/>
          <ac:spMkLst>
            <pc:docMk/>
            <pc:sldMk cId="437188235" sldId="271"/>
            <ac:spMk id="4" creationId="{00000000-0000-0000-0000-000000000000}"/>
          </ac:spMkLst>
        </pc:spChg>
        <pc:spChg chg="del">
          <ac:chgData name="Иветта Новикова" userId="e708aafe7de06156" providerId="LiveId" clId="{62DFBE13-6FE1-449B-9F67-24BCAD207500}" dt="2018-03-08T16:51:04.260" v="81" actId="478"/>
          <ac:spMkLst>
            <pc:docMk/>
            <pc:sldMk cId="437188235" sldId="271"/>
            <ac:spMk id="7" creationId="{00000000-0000-0000-0000-000000000000}"/>
          </ac:spMkLst>
        </pc:spChg>
        <pc:graphicFrameChg chg="modGraphic">
          <ac:chgData name="Иветта Новикова" userId="e708aafe7de06156" providerId="LiveId" clId="{62DFBE13-6FE1-449B-9F67-24BCAD207500}" dt="2018-03-08T16:51:19.498" v="87" actId="20577"/>
          <ac:graphicFrameMkLst>
            <pc:docMk/>
            <pc:sldMk cId="437188235" sldId="271"/>
            <ac:graphicFrameMk id="6" creationId="{00000000-0000-0000-0000-000000000000}"/>
          </ac:graphicFrameMkLst>
        </pc:graphicFrameChg>
      </pc:sldChg>
      <pc:sldChg chg="delSp modSp">
        <pc:chgData name="Иветта Новикова" userId="e708aafe7de06156" providerId="LiveId" clId="{62DFBE13-6FE1-449B-9F67-24BCAD207500}" dt="2018-03-08T16:51:53.546" v="101" actId="14100"/>
        <pc:sldMkLst>
          <pc:docMk/>
          <pc:sldMk cId="977056469" sldId="272"/>
        </pc:sldMkLst>
        <pc:spChg chg="mod">
          <ac:chgData name="Иветта Новикова" userId="e708aafe7de06156" providerId="LiveId" clId="{62DFBE13-6FE1-449B-9F67-24BCAD207500}" dt="2018-03-08T16:51:53.546" v="101" actId="14100"/>
          <ac:spMkLst>
            <pc:docMk/>
            <pc:sldMk cId="977056469" sldId="272"/>
            <ac:spMk id="2" creationId="{00000000-0000-0000-0000-000000000000}"/>
          </ac:spMkLst>
        </pc:spChg>
        <pc:spChg chg="del">
          <ac:chgData name="Иветта Новикова" userId="e708aafe7de06156" providerId="LiveId" clId="{62DFBE13-6FE1-449B-9F67-24BCAD207500}" dt="2018-03-08T16:51:26.271" v="88" actId="478"/>
          <ac:spMkLst>
            <pc:docMk/>
            <pc:sldMk cId="977056469" sldId="272"/>
            <ac:spMk id="4" creationId="{00000000-0000-0000-0000-000000000000}"/>
          </ac:spMkLst>
        </pc:spChg>
        <pc:spChg chg="del">
          <ac:chgData name="Иветта Новикова" userId="e708aafe7de06156" providerId="LiveId" clId="{62DFBE13-6FE1-449B-9F67-24BCAD207500}" dt="2018-03-08T16:51:27.850" v="89" actId="478"/>
          <ac:spMkLst>
            <pc:docMk/>
            <pc:sldMk cId="977056469" sldId="272"/>
            <ac:spMk id="7" creationId="{00000000-0000-0000-0000-000000000000}"/>
          </ac:spMkLst>
        </pc:spChg>
        <pc:spChg chg="mod">
          <ac:chgData name="Иветта Новикова" userId="e708aafe7de06156" providerId="LiveId" clId="{62DFBE13-6FE1-449B-9F67-24BCAD207500}" dt="2018-03-08T16:51:31.875" v="91" actId="1076"/>
          <ac:spMkLst>
            <pc:docMk/>
            <pc:sldMk cId="977056469" sldId="272"/>
            <ac:spMk id="15" creationId="{00000000-0000-0000-0000-000000000000}"/>
          </ac:spMkLst>
        </pc:spChg>
      </pc:sldChg>
      <pc:sldChg chg="delSp modSp">
        <pc:chgData name="Иветта Новикова" userId="e708aafe7de06156" providerId="LiveId" clId="{62DFBE13-6FE1-449B-9F67-24BCAD207500}" dt="2018-03-08T16:52:15.922" v="107" actId="14100"/>
        <pc:sldMkLst>
          <pc:docMk/>
          <pc:sldMk cId="4174342668" sldId="273"/>
        </pc:sldMkLst>
        <pc:spChg chg="del">
          <ac:chgData name="Иветта Новикова" userId="e708aafe7de06156" providerId="LiveId" clId="{62DFBE13-6FE1-449B-9F67-24BCAD207500}" dt="2018-03-08T16:52:02.325" v="102" actId="478"/>
          <ac:spMkLst>
            <pc:docMk/>
            <pc:sldMk cId="4174342668" sldId="273"/>
            <ac:spMk id="4" creationId="{00000000-0000-0000-0000-000000000000}"/>
          </ac:spMkLst>
        </pc:spChg>
        <pc:spChg chg="del">
          <ac:chgData name="Иветта Новикова" userId="e708aafe7de06156" providerId="LiveId" clId="{62DFBE13-6FE1-449B-9F67-24BCAD207500}" dt="2018-03-08T16:52:03.788" v="103" actId="478"/>
          <ac:spMkLst>
            <pc:docMk/>
            <pc:sldMk cId="4174342668" sldId="273"/>
            <ac:spMk id="7" creationId="{00000000-0000-0000-0000-000000000000}"/>
          </ac:spMkLst>
        </pc:spChg>
        <pc:spChg chg="mod">
          <ac:chgData name="Иветта Новикова" userId="e708aafe7de06156" providerId="LiveId" clId="{62DFBE13-6FE1-449B-9F67-24BCAD207500}" dt="2018-03-08T16:52:10.657" v="105" actId="1076"/>
          <ac:spMkLst>
            <pc:docMk/>
            <pc:sldMk cId="4174342668" sldId="273"/>
            <ac:spMk id="15" creationId="{00000000-0000-0000-0000-000000000000}"/>
          </ac:spMkLst>
        </pc:spChg>
        <pc:graphicFrameChg chg="mod modGraphic">
          <ac:chgData name="Иветта Новикова" userId="e708aafe7de06156" providerId="LiveId" clId="{62DFBE13-6FE1-449B-9F67-24BCAD207500}" dt="2018-03-08T16:52:15.922" v="107" actId="14100"/>
          <ac:graphicFrameMkLst>
            <pc:docMk/>
            <pc:sldMk cId="4174342668" sldId="273"/>
            <ac:graphicFrameMk id="6" creationId="{00000000-0000-0000-0000-000000000000}"/>
          </ac:graphicFrameMkLst>
        </pc:graphicFrameChg>
      </pc:sldChg>
      <pc:sldChg chg="delSp modSp">
        <pc:chgData name="Иветта Новикова" userId="e708aafe7de06156" providerId="LiveId" clId="{62DFBE13-6FE1-449B-9F67-24BCAD207500}" dt="2018-03-08T16:52:45.468" v="113" actId="1076"/>
        <pc:sldMkLst>
          <pc:docMk/>
          <pc:sldMk cId="2179802314" sldId="274"/>
        </pc:sldMkLst>
        <pc:spChg chg="mod">
          <ac:chgData name="Иветта Новикова" userId="e708aafe7de06156" providerId="LiveId" clId="{62DFBE13-6FE1-449B-9F67-24BCAD207500}" dt="2018-03-08T16:52:45.468" v="113" actId="1076"/>
          <ac:spMkLst>
            <pc:docMk/>
            <pc:sldMk cId="2179802314" sldId="274"/>
            <ac:spMk id="2" creationId="{00000000-0000-0000-0000-000000000000}"/>
          </ac:spMkLst>
        </pc:spChg>
        <pc:spChg chg="del">
          <ac:chgData name="Иветта Новикова" userId="e708aafe7de06156" providerId="LiveId" clId="{62DFBE13-6FE1-449B-9F67-24BCAD207500}" dt="2018-03-08T16:52:23.591" v="108" actId="478"/>
          <ac:spMkLst>
            <pc:docMk/>
            <pc:sldMk cId="2179802314" sldId="274"/>
            <ac:spMk id="4" creationId="{00000000-0000-0000-0000-000000000000}"/>
          </ac:spMkLst>
        </pc:spChg>
        <pc:spChg chg="del">
          <ac:chgData name="Иветта Новикова" userId="e708aafe7de06156" providerId="LiveId" clId="{62DFBE13-6FE1-449B-9F67-24BCAD207500}" dt="2018-03-08T16:52:25.130" v="109" actId="478"/>
          <ac:spMkLst>
            <pc:docMk/>
            <pc:sldMk cId="2179802314" sldId="274"/>
            <ac:spMk id="7" creationId="{00000000-0000-0000-0000-000000000000}"/>
          </ac:spMkLst>
        </pc:spChg>
        <pc:spChg chg="mod">
          <ac:chgData name="Иветта Новикова" userId="e708aafe7de06156" providerId="LiveId" clId="{62DFBE13-6FE1-449B-9F67-24BCAD207500}" dt="2018-03-08T16:52:29.079" v="111" actId="1076"/>
          <ac:spMkLst>
            <pc:docMk/>
            <pc:sldMk cId="2179802314" sldId="274"/>
            <ac:spMk id="15" creationId="{00000000-0000-0000-0000-000000000000}"/>
          </ac:spMkLst>
        </pc:spChg>
      </pc:sldChg>
      <pc:sldChg chg="delSp">
        <pc:chgData name="Иветта Новикова" userId="e708aafe7de06156" providerId="LiveId" clId="{62DFBE13-6FE1-449B-9F67-24BCAD207500}" dt="2018-03-08T16:52:52.199" v="115" actId="478"/>
        <pc:sldMkLst>
          <pc:docMk/>
          <pc:sldMk cId="3351393885" sldId="275"/>
        </pc:sldMkLst>
        <pc:spChg chg="del">
          <ac:chgData name="Иветта Новикова" userId="e708aafe7de06156" providerId="LiveId" clId="{62DFBE13-6FE1-449B-9F67-24BCAD207500}" dt="2018-03-08T16:52:50.237" v="114" actId="478"/>
          <ac:spMkLst>
            <pc:docMk/>
            <pc:sldMk cId="3351393885" sldId="275"/>
            <ac:spMk id="4" creationId="{00000000-0000-0000-0000-000000000000}"/>
          </ac:spMkLst>
        </pc:spChg>
        <pc:spChg chg="del">
          <ac:chgData name="Иветта Новикова" userId="e708aafe7de06156" providerId="LiveId" clId="{62DFBE13-6FE1-449B-9F67-24BCAD207500}" dt="2018-03-08T16:52:52.199" v="115" actId="478"/>
          <ac:spMkLst>
            <pc:docMk/>
            <pc:sldMk cId="3351393885" sldId="275"/>
            <ac:spMk id="7" creationId="{00000000-0000-0000-0000-000000000000}"/>
          </ac:spMkLst>
        </pc:spChg>
      </pc:sldChg>
      <pc:sldChg chg="modSp">
        <pc:chgData name="Иветта Новикова" userId="e708aafe7de06156" providerId="LiveId" clId="{62DFBE13-6FE1-449B-9F67-24BCAD207500}" dt="2018-03-08T16:52:57.705" v="116" actId="1076"/>
        <pc:sldMkLst>
          <pc:docMk/>
          <pc:sldMk cId="3228479732" sldId="276"/>
        </pc:sldMkLst>
        <pc:spChg chg="mod">
          <ac:chgData name="Иветта Новикова" userId="e708aafe7de06156" providerId="LiveId" clId="{62DFBE13-6FE1-449B-9F67-24BCAD207500}" dt="2018-03-08T16:52:57.705" v="116" actId="1076"/>
          <ac:spMkLst>
            <pc:docMk/>
            <pc:sldMk cId="3228479732" sldId="276"/>
            <ac:spMk id="2" creationId="{00000000-0000-0000-0000-000000000000}"/>
          </ac:spMkLst>
        </pc:spChg>
      </pc:sldChg>
      <pc:sldChg chg="delSp modSp">
        <pc:chgData name="Иветта Новикова" userId="e708aafe7de06156" providerId="LiveId" clId="{62DFBE13-6FE1-449B-9F67-24BCAD207500}" dt="2018-03-08T16:54:45.617" v="130" actId="478"/>
        <pc:sldMkLst>
          <pc:docMk/>
          <pc:sldMk cId="4285317255" sldId="277"/>
        </pc:sldMkLst>
        <pc:spChg chg="del">
          <ac:chgData name="Иветта Новикова" userId="e708aafe7de06156" providerId="LiveId" clId="{62DFBE13-6FE1-449B-9F67-24BCAD207500}" dt="2018-03-08T16:53:03.245" v="117" actId="478"/>
          <ac:spMkLst>
            <pc:docMk/>
            <pc:sldMk cId="4285317255" sldId="277"/>
            <ac:spMk id="4" creationId="{00000000-0000-0000-0000-000000000000}"/>
          </ac:spMkLst>
        </pc:spChg>
        <pc:spChg chg="del">
          <ac:chgData name="Иветта Новикова" userId="e708aafe7de06156" providerId="LiveId" clId="{62DFBE13-6FE1-449B-9F67-24BCAD207500}" dt="2018-03-08T16:53:05.877" v="118" actId="478"/>
          <ac:spMkLst>
            <pc:docMk/>
            <pc:sldMk cId="4285317255" sldId="277"/>
            <ac:spMk id="7" creationId="{00000000-0000-0000-0000-000000000000}"/>
          </ac:spMkLst>
        </pc:spChg>
        <pc:spChg chg="mod">
          <ac:chgData name="Иветта Новикова" userId="e708aafe7de06156" providerId="LiveId" clId="{62DFBE13-6FE1-449B-9F67-24BCAD207500}" dt="2018-03-08T16:53:40.291" v="122" actId="14100"/>
          <ac:spMkLst>
            <pc:docMk/>
            <pc:sldMk cId="4285317255" sldId="277"/>
            <ac:spMk id="15" creationId="{00000000-0000-0000-0000-000000000000}"/>
          </ac:spMkLst>
        </pc:spChg>
        <pc:graphicFrameChg chg="mod">
          <ac:chgData name="Иветта Новикова" userId="e708aafe7de06156" providerId="LiveId" clId="{62DFBE13-6FE1-449B-9F67-24BCAD207500}" dt="2018-03-08T16:54:45.617" v="130" actId="478"/>
          <ac:graphicFrameMkLst>
            <pc:docMk/>
            <pc:sldMk cId="4285317255" sldId="277"/>
            <ac:graphicFrameMk id="11" creationId="{00000000-0000-0000-0000-000000000000}"/>
          </ac:graphicFrameMkLst>
        </pc:graphicFrameChg>
      </pc:sldChg>
      <pc:sldChg chg="delSp modSp">
        <pc:chgData name="Иветта Новикова" userId="e708aafe7de06156" providerId="LiveId" clId="{62DFBE13-6FE1-449B-9F67-24BCAD207500}" dt="2018-03-08T16:56:40.152" v="135" actId="478"/>
        <pc:sldMkLst>
          <pc:docMk/>
          <pc:sldMk cId="3415995060" sldId="283"/>
        </pc:sldMkLst>
        <pc:spChg chg="del">
          <ac:chgData name="Иветта Новикова" userId="e708aafe7de06156" providerId="LiveId" clId="{62DFBE13-6FE1-449B-9F67-24BCAD207500}" dt="2018-03-08T16:55:02.642" v="131" actId="478"/>
          <ac:spMkLst>
            <pc:docMk/>
            <pc:sldMk cId="3415995060" sldId="283"/>
            <ac:spMk id="4" creationId="{00000000-0000-0000-0000-000000000000}"/>
          </ac:spMkLst>
        </pc:spChg>
        <pc:spChg chg="del mod">
          <ac:chgData name="Иветта Новикова" userId="e708aafe7de06156" providerId="LiveId" clId="{62DFBE13-6FE1-449B-9F67-24BCAD207500}" dt="2018-03-08T16:56:40.152" v="135" actId="478"/>
          <ac:spMkLst>
            <pc:docMk/>
            <pc:sldMk cId="3415995060" sldId="283"/>
            <ac:spMk id="7" creationId="{00000000-0000-0000-0000-000000000000}"/>
          </ac:spMkLst>
        </pc:spChg>
        <pc:graphicFrameChg chg="mod">
          <ac:chgData name="Иветта Новикова" userId="e708aafe7de06156" providerId="LiveId" clId="{62DFBE13-6FE1-449B-9F67-24BCAD207500}" dt="2018-03-08T16:55:31.387" v="134" actId="478"/>
          <ac:graphicFrameMkLst>
            <pc:docMk/>
            <pc:sldMk cId="3415995060" sldId="283"/>
            <ac:graphicFrameMk id="2" creationId="{00000000-0000-0000-0000-000000000000}"/>
          </ac:graphicFrameMkLst>
        </pc:graphicFrameChg>
      </pc:sldChg>
    </pc:docChg>
  </pc:docChgLst>
  <pc:docChgLst>
    <pc:chgData name="Иветта Новикова" userId="e708aafe7de06156" providerId="LiveId" clId="{79D43C35-33B5-4C09-90A8-0C40A5AFBE00}"/>
    <pc:docChg chg="custSel modSld">
      <pc:chgData name="Иветта Новикова" userId="e708aafe7de06156" providerId="LiveId" clId="{79D43C35-33B5-4C09-90A8-0C40A5AFBE00}" dt="2018-03-08T18:14:55.507" v="49" actId="20577"/>
      <pc:docMkLst>
        <pc:docMk/>
      </pc:docMkLst>
      <pc:sldChg chg="modSp">
        <pc:chgData name="Иветта Новикова" userId="e708aafe7de06156" providerId="LiveId" clId="{79D43C35-33B5-4C09-90A8-0C40A5AFBE00}" dt="2018-03-08T18:14:55.507" v="49" actId="20577"/>
        <pc:sldMkLst>
          <pc:docMk/>
          <pc:sldMk cId="3840940645" sldId="259"/>
        </pc:sldMkLst>
        <pc:spChg chg="mod">
          <ac:chgData name="Иветта Новикова" userId="e708aafe7de06156" providerId="LiveId" clId="{79D43C35-33B5-4C09-90A8-0C40A5AFBE00}" dt="2018-03-08T18:14:55.507" v="49" actId="20577"/>
          <ac:spMkLst>
            <pc:docMk/>
            <pc:sldMk cId="3840940645" sldId="259"/>
            <ac:spMk id="2" creationId="{00000000-0000-0000-0000-000000000000}"/>
          </ac:spMkLst>
        </pc:spChg>
      </pc:sldChg>
      <pc:sldChg chg="delSp modSp">
        <pc:chgData name="Иветта Новикова" userId="e708aafe7de06156" providerId="LiveId" clId="{79D43C35-33B5-4C09-90A8-0C40A5AFBE00}" dt="2018-03-08T18:04:29.513" v="11" actId="478"/>
        <pc:sldMkLst>
          <pc:docMk/>
          <pc:sldMk cId="1620200432" sldId="278"/>
        </pc:sldMkLst>
        <pc:spChg chg="del">
          <ac:chgData name="Иветта Новикова" userId="e708aafe7de06156" providerId="LiveId" clId="{79D43C35-33B5-4C09-90A8-0C40A5AFBE00}" dt="2018-03-08T18:03:06.616" v="5" actId="478"/>
          <ac:spMkLst>
            <pc:docMk/>
            <pc:sldMk cId="1620200432" sldId="278"/>
            <ac:spMk id="4" creationId="{00000000-0000-0000-0000-000000000000}"/>
          </ac:spMkLst>
        </pc:spChg>
        <pc:spChg chg="del">
          <ac:chgData name="Иветта Новикова" userId="e708aafe7de06156" providerId="LiveId" clId="{79D43C35-33B5-4C09-90A8-0C40A5AFBE00}" dt="2018-03-08T18:03:34.768" v="6" actId="478"/>
          <ac:spMkLst>
            <pc:docMk/>
            <pc:sldMk cId="1620200432" sldId="278"/>
            <ac:spMk id="7" creationId="{00000000-0000-0000-0000-000000000000}"/>
          </ac:spMkLst>
        </pc:spChg>
        <pc:spChg chg="mod">
          <ac:chgData name="Иветта Новикова" userId="e708aafe7de06156" providerId="LiveId" clId="{79D43C35-33B5-4C09-90A8-0C40A5AFBE00}" dt="2018-03-08T18:03:47.795" v="8" actId="1076"/>
          <ac:spMkLst>
            <pc:docMk/>
            <pc:sldMk cId="1620200432" sldId="278"/>
            <ac:spMk id="15" creationId="{00000000-0000-0000-0000-000000000000}"/>
          </ac:spMkLst>
        </pc:spChg>
        <pc:graphicFrameChg chg="mod">
          <ac:chgData name="Иветта Новикова" userId="e708aafe7de06156" providerId="LiveId" clId="{79D43C35-33B5-4C09-90A8-0C40A5AFBE00}" dt="2018-03-08T18:04:29.513" v="11" actId="478"/>
          <ac:graphicFrameMkLst>
            <pc:docMk/>
            <pc:sldMk cId="1620200432" sldId="278"/>
            <ac:graphicFrameMk id="6" creationId="{00000000-0000-0000-0000-000000000000}"/>
          </ac:graphicFrameMkLst>
        </pc:graphicFrameChg>
      </pc:sldChg>
      <pc:sldChg chg="modSp">
        <pc:chgData name="Иветта Новикова" userId="e708aafe7de06156" providerId="LiveId" clId="{79D43C35-33B5-4C09-90A8-0C40A5AFBE00}" dt="2018-03-08T18:06:56.157" v="18" actId="1076"/>
        <pc:sldMkLst>
          <pc:docMk/>
          <pc:sldMk cId="3931232570" sldId="279"/>
        </pc:sldMkLst>
        <pc:spChg chg="mod">
          <ac:chgData name="Иветта Новикова" userId="e708aafe7de06156" providerId="LiveId" clId="{79D43C35-33B5-4C09-90A8-0C40A5AFBE00}" dt="2018-03-08T18:06:56.157" v="18" actId="1076"/>
          <ac:spMkLst>
            <pc:docMk/>
            <pc:sldMk cId="3931232570" sldId="279"/>
            <ac:spMk id="2" creationId="{00000000-0000-0000-0000-000000000000}"/>
          </ac:spMkLst>
        </pc:spChg>
      </pc:sldChg>
      <pc:sldChg chg="delSp modSp">
        <pc:chgData name="Иветта Новикова" userId="e708aafe7de06156" providerId="LiveId" clId="{79D43C35-33B5-4C09-90A8-0C40A5AFBE00}" dt="2018-03-08T18:08:18.874" v="30" actId="20577"/>
        <pc:sldMkLst>
          <pc:docMk/>
          <pc:sldMk cId="2958994127" sldId="280"/>
        </pc:sldMkLst>
        <pc:spChg chg="del">
          <ac:chgData name="Иветта Новикова" userId="e708aafe7de06156" providerId="LiveId" clId="{79D43C35-33B5-4C09-90A8-0C40A5AFBE00}" dt="2018-03-08T18:07:00.040" v="19" actId="478"/>
          <ac:spMkLst>
            <pc:docMk/>
            <pc:sldMk cId="2958994127" sldId="280"/>
            <ac:spMk id="4" creationId="{00000000-0000-0000-0000-000000000000}"/>
          </ac:spMkLst>
        </pc:spChg>
        <pc:spChg chg="del">
          <ac:chgData name="Иветта Новикова" userId="e708aafe7de06156" providerId="LiveId" clId="{79D43C35-33B5-4C09-90A8-0C40A5AFBE00}" dt="2018-03-08T18:07:02.609" v="20" actId="478"/>
          <ac:spMkLst>
            <pc:docMk/>
            <pc:sldMk cId="2958994127" sldId="280"/>
            <ac:spMk id="7" creationId="{00000000-0000-0000-0000-000000000000}"/>
          </ac:spMkLst>
        </pc:spChg>
        <pc:graphicFrameChg chg="mod modGraphic">
          <ac:chgData name="Иветта Новикова" userId="e708aafe7de06156" providerId="LiveId" clId="{79D43C35-33B5-4C09-90A8-0C40A5AFBE00}" dt="2018-03-08T18:08:18.874" v="30" actId="20577"/>
          <ac:graphicFrameMkLst>
            <pc:docMk/>
            <pc:sldMk cId="2958994127" sldId="280"/>
            <ac:graphicFrameMk id="2" creationId="{00000000-0000-0000-0000-000000000000}"/>
          </ac:graphicFrameMkLst>
        </pc:graphicFrameChg>
      </pc:sldChg>
      <pc:sldChg chg="modSp">
        <pc:chgData name="Иветта Новикова" userId="e708aafe7de06156" providerId="LiveId" clId="{79D43C35-33B5-4C09-90A8-0C40A5AFBE00}" dt="2018-03-08T18:08:28.148" v="31" actId="1076"/>
        <pc:sldMkLst>
          <pc:docMk/>
          <pc:sldMk cId="3438738512" sldId="281"/>
        </pc:sldMkLst>
        <pc:spChg chg="mod">
          <ac:chgData name="Иветта Новикова" userId="e708aafe7de06156" providerId="LiveId" clId="{79D43C35-33B5-4C09-90A8-0C40A5AFBE00}" dt="2018-03-08T18:08:28.148" v="31" actId="1076"/>
          <ac:spMkLst>
            <pc:docMk/>
            <pc:sldMk cId="3438738512" sldId="281"/>
            <ac:spMk id="2" creationId="{00000000-0000-0000-0000-000000000000}"/>
          </ac:spMkLst>
        </pc:spChg>
      </pc:sldChg>
      <pc:sldChg chg="delSp">
        <pc:chgData name="Иветта Новикова" userId="e708aafe7de06156" providerId="LiveId" clId="{79D43C35-33B5-4C09-90A8-0C40A5AFBE00}" dt="2018-03-08T18:08:36.355" v="33" actId="478"/>
        <pc:sldMkLst>
          <pc:docMk/>
          <pc:sldMk cId="2884158034" sldId="282"/>
        </pc:sldMkLst>
        <pc:spChg chg="del">
          <ac:chgData name="Иветта Новикова" userId="e708aafe7de06156" providerId="LiveId" clId="{79D43C35-33B5-4C09-90A8-0C40A5AFBE00}" dt="2018-03-08T18:08:34.870" v="32" actId="478"/>
          <ac:spMkLst>
            <pc:docMk/>
            <pc:sldMk cId="2884158034" sldId="282"/>
            <ac:spMk id="4" creationId="{00000000-0000-0000-0000-000000000000}"/>
          </ac:spMkLst>
        </pc:spChg>
        <pc:spChg chg="del">
          <ac:chgData name="Иветта Новикова" userId="e708aafe7de06156" providerId="LiveId" clId="{79D43C35-33B5-4C09-90A8-0C40A5AFBE00}" dt="2018-03-08T18:08:36.355" v="33" actId="478"/>
          <ac:spMkLst>
            <pc:docMk/>
            <pc:sldMk cId="2884158034" sldId="282"/>
            <ac:spMk id="7" creationId="{00000000-0000-0000-0000-000000000000}"/>
          </ac:spMkLst>
        </pc:spChg>
      </pc:sldChg>
      <pc:sldChg chg="modSp">
        <pc:chgData name="Иветта Новикова" userId="e708aafe7de06156" providerId="LiveId" clId="{79D43C35-33B5-4C09-90A8-0C40A5AFBE00}" dt="2018-03-08T18:02:34.407" v="4" actId="478"/>
        <pc:sldMkLst>
          <pc:docMk/>
          <pc:sldMk cId="3415995060" sldId="283"/>
        </pc:sldMkLst>
        <pc:spChg chg="mod">
          <ac:chgData name="Иветта Новикова" userId="e708aafe7de06156" providerId="LiveId" clId="{79D43C35-33B5-4C09-90A8-0C40A5AFBE00}" dt="2018-03-08T18:01:38.787" v="2" actId="14100"/>
          <ac:spMkLst>
            <pc:docMk/>
            <pc:sldMk cId="3415995060" sldId="283"/>
            <ac:spMk id="15" creationId="{00000000-0000-0000-0000-000000000000}"/>
          </ac:spMkLst>
        </pc:spChg>
        <pc:graphicFrameChg chg="mod">
          <ac:chgData name="Иветта Новикова" userId="e708aafe7de06156" providerId="LiveId" clId="{79D43C35-33B5-4C09-90A8-0C40A5AFBE00}" dt="2018-03-08T18:02:34.407" v="4" actId="478"/>
          <ac:graphicFrameMkLst>
            <pc:docMk/>
            <pc:sldMk cId="3415995060" sldId="283"/>
            <ac:graphicFrameMk id="2" creationId="{00000000-0000-0000-0000-000000000000}"/>
          </ac:graphicFrameMkLst>
        </pc:graphicFrameChg>
      </pc:sldChg>
      <pc:sldChg chg="delSp modSp">
        <pc:chgData name="Иветта Новикова" userId="e708aafe7de06156" providerId="LiveId" clId="{79D43C35-33B5-4C09-90A8-0C40A5AFBE00}" dt="2018-03-08T18:05:42.629" v="17"/>
        <pc:sldMkLst>
          <pc:docMk/>
          <pc:sldMk cId="4148352975" sldId="284"/>
        </pc:sldMkLst>
        <pc:spChg chg="del">
          <ac:chgData name="Иветта Новикова" userId="e708aafe7de06156" providerId="LiveId" clId="{79D43C35-33B5-4C09-90A8-0C40A5AFBE00}" dt="2018-03-08T18:04:44.979" v="12" actId="478"/>
          <ac:spMkLst>
            <pc:docMk/>
            <pc:sldMk cId="4148352975" sldId="284"/>
            <ac:spMk id="4" creationId="{00000000-0000-0000-0000-000000000000}"/>
          </ac:spMkLst>
        </pc:spChg>
        <pc:spChg chg="del">
          <ac:chgData name="Иветта Новикова" userId="e708aafe7de06156" providerId="LiveId" clId="{79D43C35-33B5-4C09-90A8-0C40A5AFBE00}" dt="2018-03-08T18:05:08.009" v="13" actId="478"/>
          <ac:spMkLst>
            <pc:docMk/>
            <pc:sldMk cId="4148352975" sldId="284"/>
            <ac:spMk id="7" creationId="{00000000-0000-0000-0000-000000000000}"/>
          </ac:spMkLst>
        </pc:spChg>
        <pc:spChg chg="mod">
          <ac:chgData name="Иветта Новикова" userId="e708aafe7de06156" providerId="LiveId" clId="{79D43C35-33B5-4C09-90A8-0C40A5AFBE00}" dt="2018-03-08T18:05:33.440" v="16" actId="1076"/>
          <ac:spMkLst>
            <pc:docMk/>
            <pc:sldMk cId="4148352975" sldId="284"/>
            <ac:spMk id="15" creationId="{00000000-0000-0000-0000-000000000000}"/>
          </ac:spMkLst>
        </pc:spChg>
        <pc:graphicFrameChg chg="mod">
          <ac:chgData name="Иветта Новикова" userId="e708aafe7de06156" providerId="LiveId" clId="{79D43C35-33B5-4C09-90A8-0C40A5AFBE00}" dt="2018-03-08T18:05:42.629" v="17"/>
          <ac:graphicFrameMkLst>
            <pc:docMk/>
            <pc:sldMk cId="4148352975" sldId="284"/>
            <ac:graphicFrameMk id="8" creationId="{00000000-0000-0000-0000-000000000000}"/>
          </ac:graphicFrameMkLst>
        </pc:graphicFrameChg>
      </pc:sldChg>
      <pc:sldChg chg="delSp modSp delAnim">
        <pc:chgData name="Иветта Новикова" userId="e708aafe7de06156" providerId="LiveId" clId="{79D43C35-33B5-4C09-90A8-0C40A5AFBE00}" dt="2018-03-08T18:09:49.930" v="48" actId="1076"/>
        <pc:sldMkLst>
          <pc:docMk/>
          <pc:sldMk cId="667829363" sldId="285"/>
        </pc:sldMkLst>
        <pc:spChg chg="mod">
          <ac:chgData name="Иветта Новикова" userId="e708aafe7de06156" providerId="LiveId" clId="{79D43C35-33B5-4C09-90A8-0C40A5AFBE00}" dt="2018-03-08T18:09:49.930" v="48" actId="1076"/>
          <ac:spMkLst>
            <pc:docMk/>
            <pc:sldMk cId="667829363" sldId="285"/>
            <ac:spMk id="2" creationId="{00000000-0000-0000-0000-000000000000}"/>
          </ac:spMkLst>
        </pc:spChg>
        <pc:spChg chg="mod">
          <ac:chgData name="Иветта Новикова" userId="e708aafe7de06156" providerId="LiveId" clId="{79D43C35-33B5-4C09-90A8-0C40A5AFBE00}" dt="2018-03-08T18:09:34.722" v="46" actId="20577"/>
          <ac:spMkLst>
            <pc:docMk/>
            <pc:sldMk cId="667829363" sldId="285"/>
            <ac:spMk id="4" creationId="{00000000-0000-0000-0000-000000000000}"/>
          </ac:spMkLst>
        </pc:spChg>
        <pc:spChg chg="del mod">
          <ac:chgData name="Иветта Новикова" userId="e708aafe7de06156" providerId="LiveId" clId="{79D43C35-33B5-4C09-90A8-0C40A5AFBE00}" dt="2018-03-08T18:09:03.468" v="40" actId="478"/>
          <ac:spMkLst>
            <pc:docMk/>
            <pc:sldMk cId="667829363" sldId="285"/>
            <ac:spMk id="6" creationId="{00000000-0000-0000-0000-000000000000}"/>
          </ac:spMkLst>
        </pc:spChg>
        <pc:spChg chg="del">
          <ac:chgData name="Иветта Новикова" userId="e708aafe7de06156" providerId="LiveId" clId="{79D43C35-33B5-4C09-90A8-0C40A5AFBE00}" dt="2018-03-08T18:09:00.348" v="38" actId="478"/>
          <ac:spMkLst>
            <pc:docMk/>
            <pc:sldMk cId="667829363" sldId="285"/>
            <ac:spMk id="7" creationId="{00000000-0000-0000-0000-000000000000}"/>
          </ac:spMkLst>
        </pc:spChg>
        <pc:spChg chg="del">
          <ac:chgData name="Иветта Новикова" userId="e708aafe7de06156" providerId="LiveId" clId="{79D43C35-33B5-4C09-90A8-0C40A5AFBE00}" dt="2018-03-08T18:08:42.656" v="34" actId="478"/>
          <ac:spMkLst>
            <pc:docMk/>
            <pc:sldMk cId="667829363" sldId="285"/>
            <ac:spMk id="8" creationId="{00000000-0000-0000-0000-000000000000}"/>
          </ac:spMkLst>
        </pc:spChg>
        <pc:spChg chg="del">
          <ac:chgData name="Иветта Новикова" userId="e708aafe7de06156" providerId="LiveId" clId="{79D43C35-33B5-4C09-90A8-0C40A5AFBE00}" dt="2018-03-08T18:08:44.315" v="35" actId="478"/>
          <ac:spMkLst>
            <pc:docMk/>
            <pc:sldMk cId="667829363" sldId="285"/>
            <ac:spMk id="9" creationId="{00000000-0000-0000-0000-000000000000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6AD17-C8BE-0042-A047-B264E547F3F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0AB3A-EF41-3C43-86EF-13128BED826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7114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___Microsoft_Office_Word1.doc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___Microsoft_Office_Word2.doc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___Microsoft_Office_Word3.doc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3.v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___Microsoft_Office_Word4.doc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4.v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924713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Методы планирования бюджетных статей</a:t>
            </a:r>
            <a:endParaRPr lang="ru-RU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1898947" y="3905220"/>
            <a:ext cx="496855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Павел Боровков</a:t>
            </a:r>
            <a:r>
              <a:rPr lang="en-US" b="1" dirty="0"/>
              <a:t/>
            </a:r>
            <a:br>
              <a:rPr lang="en-US" b="1" dirty="0"/>
            </a:br>
            <a:r>
              <a:rPr lang="ru-RU" sz="1400" dirty="0"/>
              <a:t>генеральный директор «Партнеры и Боровков»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097802" y="523777"/>
            <a:ext cx="1392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CE1325"/>
                </a:solidFill>
              </a:rPr>
              <a:t>school.gd.ru</a:t>
            </a:r>
            <a:r>
              <a:rPr lang="ru-RU" dirty="0" smtClean="0">
                <a:solidFill>
                  <a:srgbClr val="CE1325"/>
                </a:solidFill>
              </a:rPr>
              <a:t> </a:t>
            </a:r>
            <a:endParaRPr lang="ru-RU" dirty="0">
              <a:solidFill>
                <a:srgbClr val="CE1325"/>
              </a:solidFill>
            </a:endParaRPr>
          </a:p>
        </p:txBody>
      </p:sp>
      <p:pic>
        <p:nvPicPr>
          <p:cNvPr id="8" name="Изображение 2">
            <a:extLst>
              <a:ext uri="{FF2B5EF4-FFF2-40B4-BE49-F238E27FC236}">
                <a16:creationId xmlns:a16="http://schemas.microsoft.com/office/drawing/2014/main" xmlns="" id="{B4884DAE-CEC7-4E86-A4BF-958B54DC4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08" y="3451939"/>
            <a:ext cx="1060311" cy="109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270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2106248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Шаг 1. Уточнение целей бюджетирования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5282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4094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34252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4994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3483" y="1162619"/>
            <a:ext cx="2972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Варианты Целей бюджетирования:</a:t>
            </a:r>
            <a:endParaRPr lang="ru-RU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83483" y="1470396"/>
            <a:ext cx="4761723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200" b="1" dirty="0"/>
              <a:t>«Безопасный сценарий»</a:t>
            </a:r>
            <a:r>
              <a:rPr lang="ru-RU" sz="1200" dirty="0"/>
              <a:t> – бюджеты формируются для того, чтобы компания могла «свести концы с концами». Такие цели актуальны для компаний, чье финансовое состояние в следующем году может оказаться под угрозой.</a:t>
            </a:r>
          </a:p>
          <a:p>
            <a:pPr>
              <a:spcAft>
                <a:spcPts val="600"/>
              </a:spcAft>
            </a:pPr>
            <a:r>
              <a:rPr lang="ru-RU" sz="1200" b="1" dirty="0"/>
              <a:t>«Обоснование финансовой политики» </a:t>
            </a:r>
            <a:r>
              <a:rPr lang="ru-RU" sz="1200" dirty="0"/>
              <a:t>– бюджеты служат инструментом обоснования тарифов, объемов запрашиваемых инвестиций и бюджетных дотаций. Характерно для дочерних компаний крупных холдингов, корпораций, предприятий, чья деятельность регулируется государством.</a:t>
            </a:r>
          </a:p>
          <a:p>
            <a:pPr>
              <a:spcAft>
                <a:spcPts val="600"/>
              </a:spcAft>
            </a:pPr>
            <a:r>
              <a:rPr lang="ru-RU" sz="1200" dirty="0"/>
              <a:t>«</a:t>
            </a:r>
            <a:r>
              <a:rPr lang="ru-RU" sz="1200" b="1" dirty="0"/>
              <a:t>Максимизация финансовых показателей» </a:t>
            </a:r>
            <a:r>
              <a:rPr lang="ru-RU" sz="1200" dirty="0"/>
              <a:t>–</a:t>
            </a:r>
            <a:r>
              <a:rPr lang="ru-RU" sz="1200" b="1" dirty="0"/>
              <a:t> </a:t>
            </a:r>
            <a:r>
              <a:rPr lang="ru-RU" sz="1200" dirty="0"/>
              <a:t>классическая цель формирования бюджетов в успешных коммерческих компаниях. Бюджеты используются в качестве плана действий, позволяющего максимально увеличить выручку, прибыль, рентабельность или какие-то другие финансовые показатели.  </a:t>
            </a:r>
          </a:p>
        </p:txBody>
      </p:sp>
    </p:spTree>
    <p:extLst>
      <p:ext uri="{BB962C8B-B14F-4D97-AF65-F5344CB8AC3E}">
        <p14:creationId xmlns:p14="http://schemas.microsoft.com/office/powerpoint/2010/main" xmlns="" val="178989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2146589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Шаг 2. Выбор ключевых показателей для планирования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5282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37538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4994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2937" y="1416583"/>
            <a:ext cx="4281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Варианты ключевых показателей бюджетирования:</a:t>
            </a:r>
            <a:endParaRPr lang="ru-RU" sz="4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026561" y="2279439"/>
            <a:ext cx="324523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Выручка.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Прибыль (Рентабельность).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Ликвидность. </a:t>
            </a:r>
          </a:p>
          <a:p>
            <a:pPr marL="171450" indent="-171450">
              <a:buFont typeface="Wingdings" pitchFamily="2" charset="2"/>
              <a:buChar char="§"/>
            </a:pPr>
            <a:endParaRPr lang="ru-RU" dirty="0"/>
          </a:p>
          <a:p>
            <a:pPr marL="171450" indent="-171450">
              <a:buFont typeface="Wingdings" pitchFamily="2" charset="2"/>
              <a:buChar char="§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20584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2408807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Шаг 3. Выбор метода планирования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5282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34290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4994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2937" y="1529592"/>
            <a:ext cx="4371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" pitchFamily="34" charset="0"/>
                <a:cs typeface="Arial" pitchFamily="34" charset="0"/>
              </a:rPr>
              <a:t>«Целевой» метод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22998" y="2133526"/>
            <a:ext cx="4320900" cy="1677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Плановые значения по бюджетным статьям определяются с учетом целей бизнеса или ключевых, в том числе - нефинансовых, показателей.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Суть метода: «спланируйте работу так, чтобы операционная прибыль составила не меньше ХХ млн рублей»</a:t>
            </a:r>
          </a:p>
        </p:txBody>
      </p:sp>
    </p:spTree>
    <p:extLst>
      <p:ext uri="{BB962C8B-B14F-4D97-AF65-F5344CB8AC3E}">
        <p14:creationId xmlns:p14="http://schemas.microsoft.com/office/powerpoint/2010/main" xmlns="" val="207653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4994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7066" y="1075207"/>
            <a:ext cx="4371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" pitchFamily="34" charset="0"/>
                <a:cs typeface="Arial" pitchFamily="34" charset="0"/>
              </a:rPr>
              <a:t>«Целевой» метод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5102090"/>
              </p:ext>
            </p:extLst>
          </p:nvPr>
        </p:nvGraphicFramePr>
        <p:xfrm>
          <a:off x="657753" y="1448421"/>
          <a:ext cx="4936222" cy="2832021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96484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4433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0901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030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1497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149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 dirty="0">
                          <a:effectLst/>
                        </a:rPr>
                        <a:t>Цель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 dirty="0">
                          <a:effectLst/>
                        </a:rPr>
                        <a:t>Ключевые показатели эффективности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>
                          <a:effectLst/>
                        </a:rPr>
                        <a:t>Мероприятие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>
                          <a:effectLst/>
                        </a:rPr>
                        <a:t>Бюджет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 dirty="0">
                          <a:effectLst/>
                        </a:rPr>
                        <a:t>Объем бюджета (млн руб.)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5201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>
                          <a:effectLst/>
                        </a:rPr>
                        <a:t>Повысить ценность  клиента на 20% к уровню прошлого года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>
                          <a:effectLst/>
                        </a:rPr>
                        <a:t>Ценность  клиента для компании за все время взаимодействия с ним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 dirty="0">
                          <a:effectLst/>
                        </a:rPr>
                        <a:t>Программа повышения лояльности клиентов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>
                          <a:effectLst/>
                        </a:rPr>
                        <a:t>Бюджет маркетинговых расходов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 dirty="0">
                          <a:effectLst/>
                        </a:rPr>
                        <a:t>15 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14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>
                          <a:effectLst/>
                        </a:rPr>
                        <a:t>Бюджет косвенных коммерческих расходов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>
                          <a:effectLst/>
                        </a:rPr>
                        <a:t>50 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1491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>
                          <a:effectLst/>
                        </a:rPr>
                        <a:t>Повысить удовлетворенность персонала на 30% к уровню прошлого года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>
                          <a:effectLst/>
                        </a:rPr>
                        <a:t>Соответствие фактического профиля корпоративной культуры идеальному профилю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>
                          <a:effectLst/>
                        </a:rPr>
                        <a:t>Программа корпоративных мероприятий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>
                          <a:effectLst/>
                        </a:rPr>
                        <a:t>Бюджет расходов на персонал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>
                          <a:effectLst/>
                        </a:rPr>
                        <a:t>10 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8922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>
                          <a:effectLst/>
                        </a:rPr>
                        <a:t>Программа обучения и повышения квалификации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85481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>
                          <a:effectLst/>
                        </a:rPr>
                        <a:t>Повысить степень регламентированности бизнес-процессов до 90%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>
                          <a:effectLst/>
                        </a:rPr>
                        <a:t>Доля описанных бизнес-процессов в общем перечне выделенных бизнес-процессов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>
                          <a:effectLst/>
                        </a:rPr>
                        <a:t>Проект "Регламентация бизнес-процессов"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>
                          <a:effectLst/>
                        </a:rPr>
                        <a:t>Бюджет административных расходов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>
                          <a:effectLst/>
                        </a:rPr>
                        <a:t>0,2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326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>
                          <a:effectLst/>
                        </a:rPr>
                        <a:t>Число нарушений регламентов в области бизнес-процессов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700" dirty="0">
                          <a:effectLst/>
                        </a:rPr>
                        <a:t>Контроль соблюдения регламентов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125" marR="53125" marT="0" marB="0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37188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4994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2937" y="1400877"/>
            <a:ext cx="4371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" pitchFamily="34" charset="0"/>
                <a:cs typeface="Arial" pitchFamily="34" charset="0"/>
              </a:rPr>
              <a:t>Метод «Нормирование»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83483" y="1941047"/>
            <a:ext cx="4560017" cy="1677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Каждый рубль будущих доходов содержит в себе четкую структуру затрат, которую может позволить себе компания, чтобы выйти на нужные финансовые результаты.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Суть метода: «на сырье и материалы можно потратить не больше 30 процентов от выручки, на зарплату - 15 процентов и т. д.».</a:t>
            </a:r>
          </a:p>
        </p:txBody>
      </p:sp>
    </p:spTree>
    <p:extLst>
      <p:ext uri="{BB962C8B-B14F-4D97-AF65-F5344CB8AC3E}">
        <p14:creationId xmlns:p14="http://schemas.microsoft.com/office/powerpoint/2010/main" xmlns="" val="977056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4994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2937" y="1252105"/>
            <a:ext cx="4371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" pitchFamily="34" charset="0"/>
                <a:cs typeface="Arial" pitchFamily="34" charset="0"/>
              </a:rPr>
              <a:t>Метод «Нормирование»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76236778"/>
              </p:ext>
            </p:extLst>
          </p:nvPr>
        </p:nvGraphicFramePr>
        <p:xfrm>
          <a:off x="583483" y="1764107"/>
          <a:ext cx="4654145" cy="2523744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208383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880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8227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Показатель</a:t>
                      </a:r>
                      <a:endParaRPr lang="ru-RU" sz="105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Норматив к показателю, % 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Степень жесткости норматива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Выручка за предыдущий месяц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100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Х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Нормативы текущего месяца, в т.ч.: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Х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4958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фонд дивидендов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15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Не менее &lt;.</a:t>
                      </a:r>
                      <a:r>
                        <a:rPr lang="en-US" sz="900">
                          <a:effectLst/>
                        </a:rPr>
                        <a:t>..</a:t>
                      </a:r>
                      <a:r>
                        <a:rPr lang="ru-RU" sz="900">
                          <a:effectLst/>
                        </a:rPr>
                        <a:t>&gt; рублей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4958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фонд накопления прибыли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10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Установленный процент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4958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прямые производственные расходы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35</a:t>
                      </a:r>
                      <a:endParaRPr lang="ru-RU" sz="105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Установленный процент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4958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косвенные производственные расходы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15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Не менее &lt;.</a:t>
                      </a:r>
                      <a:r>
                        <a:rPr lang="en-US" sz="900">
                          <a:effectLst/>
                        </a:rPr>
                        <a:t>..</a:t>
                      </a:r>
                      <a:r>
                        <a:rPr lang="ru-RU" sz="900">
                          <a:effectLst/>
                        </a:rPr>
                        <a:t>&gt; рублей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4958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коммерческие расходы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10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Установленный процент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4958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административные расходы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10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Не менее &lt;.</a:t>
                      </a:r>
                      <a:r>
                        <a:rPr lang="en-US" sz="900">
                          <a:effectLst/>
                        </a:rPr>
                        <a:t>..</a:t>
                      </a:r>
                      <a:r>
                        <a:rPr lang="ru-RU" sz="900">
                          <a:effectLst/>
                        </a:rPr>
                        <a:t>&gt; рублей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4958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фонд премирования персонала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5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Установленный процент при строгом выполнении остальных нормативов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4958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...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...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...</a:t>
                      </a:r>
                      <a:endParaRPr lang="ru-RU" sz="105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174342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4994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2937" y="1473275"/>
            <a:ext cx="4371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" pitchFamily="34" charset="0"/>
                <a:cs typeface="Arial" pitchFamily="34" charset="0"/>
              </a:rPr>
              <a:t>Метод «Согласование»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32937" y="2379837"/>
            <a:ext cx="484094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Формирование бюджетов на основе договоренностей между ЦФО: как находящимися на одной горизонтали, так и подчиненных друг другу.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Этот метод – основной для «стандартной» схемы бюджетирования.</a:t>
            </a:r>
          </a:p>
        </p:txBody>
      </p:sp>
    </p:spTree>
    <p:extLst>
      <p:ext uri="{BB962C8B-B14F-4D97-AF65-F5344CB8AC3E}">
        <p14:creationId xmlns:p14="http://schemas.microsoft.com/office/powerpoint/2010/main" xmlns="" val="217980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4994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2937" y="1061768"/>
            <a:ext cx="4371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" pitchFamily="34" charset="0"/>
                <a:cs typeface="Arial" pitchFamily="34" charset="0"/>
              </a:rPr>
              <a:t>Метод «Согласование»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7"/>
              </a:clrFrom>
              <a:clrTo>
                <a:srgbClr val="FFFF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7189" y="1400284"/>
            <a:ext cx="3897745" cy="2941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351393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2079354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Шаг 4. Планирование выручки и дебиторской задолженности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5282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28479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4994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3539" y="1296757"/>
            <a:ext cx="5080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Arial" pitchFamily="34" charset="0"/>
                <a:cs typeface="Arial" pitchFamily="34" charset="0"/>
              </a:rPr>
              <a:t>Планирование выручки «от достигнутого»</a:t>
            </a:r>
          </a:p>
        </p:txBody>
      </p:sp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215471898"/>
              </p:ext>
            </p:extLst>
          </p:nvPr>
        </p:nvGraphicFramePr>
        <p:xfrm>
          <a:off x="600076" y="1893888"/>
          <a:ext cx="4812366" cy="2700337"/>
        </p:xfrm>
        <a:graphic>
          <a:graphicData uri="http://schemas.openxmlformats.org/presentationml/2006/ole">
            <p:oleObj spid="_x0000_s1026" name="Document" r:id="rId3" imgW="5261386" imgH="2620504" progId="Word.Document.12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4285317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4994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2937" y="1333846"/>
            <a:ext cx="3124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Arial" pitchFamily="34" charset="0"/>
                <a:cs typeface="Arial" pitchFamily="34" charset="0"/>
              </a:rPr>
              <a:t>Планирование выручки «от воронки продаж»</a:t>
            </a:r>
          </a:p>
        </p:txBody>
      </p:sp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955929023"/>
              </p:ext>
            </p:extLst>
          </p:nvPr>
        </p:nvGraphicFramePr>
        <p:xfrm>
          <a:off x="585788" y="2065338"/>
          <a:ext cx="5029200" cy="2328862"/>
        </p:xfrm>
        <a:graphic>
          <a:graphicData uri="http://schemas.openxmlformats.org/presentationml/2006/ole">
            <p:oleObj spid="_x0000_s2050" name="Document" r:id="rId3" imgW="5833939" imgH="2702934" progId="Word.Document.12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415995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4994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2936" y="1333846"/>
            <a:ext cx="547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Arial" pitchFamily="34" charset="0"/>
                <a:cs typeface="Arial" pitchFamily="34" charset="0"/>
              </a:rPr>
              <a:t>Планирование выручки «от Стратегии»</a:t>
            </a:r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614565938"/>
              </p:ext>
            </p:extLst>
          </p:nvPr>
        </p:nvGraphicFramePr>
        <p:xfrm>
          <a:off x="636588" y="2036764"/>
          <a:ext cx="4802747" cy="2208192"/>
        </p:xfrm>
        <a:graphic>
          <a:graphicData uri="http://schemas.openxmlformats.org/presentationml/2006/ole">
            <p:oleObj spid="_x0000_s3074" name="Document" r:id="rId3" imgW="6021887" imgH="2768447" progId="Word.Document.12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620200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4994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2936" y="1347534"/>
            <a:ext cx="4738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Arial" pitchFamily="34" charset="0"/>
                <a:cs typeface="Arial" pitchFamily="34" charset="0"/>
              </a:rPr>
              <a:t>Планирование дебиторской задолженности</a:t>
            </a:r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70116281"/>
              </p:ext>
            </p:extLst>
          </p:nvPr>
        </p:nvGraphicFramePr>
        <p:xfrm>
          <a:off x="585788" y="2243138"/>
          <a:ext cx="5165725" cy="1793875"/>
        </p:xfrm>
        <a:graphic>
          <a:graphicData uri="http://schemas.openxmlformats.org/presentationml/2006/ole">
            <p:oleObj spid="_x0000_s4098" name="Document" r:id="rId3" imgW="5999185" imgH="2082725" progId="Word.Document.12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4148352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2328124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Шаг 5. Лимитирование затрат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5282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31232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4994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878540556"/>
              </p:ext>
            </p:extLst>
          </p:nvPr>
        </p:nvGraphicFramePr>
        <p:xfrm>
          <a:off x="630552" y="1780978"/>
          <a:ext cx="4607078" cy="2288024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107600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2906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24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8604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4571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66595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Бюджет</a:t>
                      </a:r>
                      <a:endParaRPr lang="ru-RU" sz="105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Статья</a:t>
                      </a:r>
                      <a:endParaRPr lang="ru-RU" sz="105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Норматив</a:t>
                      </a:r>
                      <a:endParaRPr lang="ru-RU" sz="105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Лимит</a:t>
                      </a:r>
                      <a:endParaRPr lang="ru-RU" sz="105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319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Допустимое отклонение</a:t>
                      </a:r>
                      <a:endParaRPr lang="ru-RU" sz="105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Критическое отклонение</a:t>
                      </a:r>
                      <a:endParaRPr lang="ru-RU" sz="105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663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Бюджет доходов по основной деятельности</a:t>
                      </a:r>
                      <a:endParaRPr lang="ru-RU" sz="105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Доходы от оптовой реализации</a:t>
                      </a:r>
                      <a:endParaRPr lang="ru-RU" sz="105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1,5 млн рублей на одного менеджера по продажам</a:t>
                      </a:r>
                      <a:endParaRPr lang="ru-RU" sz="105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-10% от норматива</a:t>
                      </a:r>
                      <a:endParaRPr lang="ru-RU" sz="105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-20% от норматива</a:t>
                      </a:r>
                      <a:endParaRPr lang="ru-RU" sz="105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665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…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…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…</a:t>
                      </a:r>
                      <a:endParaRPr lang="ru-RU" sz="105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…</a:t>
                      </a:r>
                      <a:endParaRPr lang="ru-RU" sz="105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…</a:t>
                      </a:r>
                      <a:endParaRPr lang="ru-RU" sz="105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329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Бюджет коммерческих расходов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Комиссионные менеджеров по продажам</a:t>
                      </a:r>
                      <a:endParaRPr lang="ru-RU" sz="105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7 процентов  от показателя "Доходы от оптовой реализации"</a:t>
                      </a:r>
                      <a:endParaRPr lang="ru-RU" sz="105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+5 процентов от норматива</a:t>
                      </a:r>
                      <a:endParaRPr lang="ru-RU" sz="105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+10 процентов от норматива</a:t>
                      </a:r>
                      <a:endParaRPr lang="ru-RU" sz="105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958994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2334848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Шаг 6. Планирование запасов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5282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38738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4994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66751" y="1182792"/>
            <a:ext cx="3911973" cy="31252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884158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83483" y="1319559"/>
            <a:ext cx="4196229" cy="569717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1800" b="1" dirty="0"/>
              <a:t>Немного выводов:</a:t>
            </a:r>
            <a:endParaRPr lang="ru-RU" sz="1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25282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Методы планирования бюджетных статей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78213" y="1746061"/>
            <a:ext cx="4840940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Планировать статьи бюджетов имеет смысл не просто «математически», а с учетом требований систем более высокого уровня: стратегии, финансовой политики, планов мероприятий.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После уточнения требований более высокого уровня, нужно учесть природу самой статьи. Как правило – от какого другого показателя она зависит.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Не стоит планировать «копейка-в-копейку». Всегда должен быть маневр. Для чего существуют лимиты.</a:t>
            </a:r>
          </a:p>
          <a:p>
            <a:endParaRPr lang="ru-RU" sz="1400" dirty="0"/>
          </a:p>
          <a:p>
            <a:pPr marL="171450" indent="-171450">
              <a:buFont typeface="Wingdings" pitchFamily="2" charset="2"/>
              <a:buChar char="§"/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xmlns="" val="667829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shfd_videolessons_23 01 18.thmx</Template>
  <TotalTime>752</TotalTime>
  <Words>767</Words>
  <Application>Microsoft Office PowerPoint</Application>
  <PresentationFormat>Экран (16:9)</PresentationFormat>
  <Paragraphs>158</Paragraphs>
  <Slides>22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4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shfd_videolessons_23 01 18</vt:lpstr>
      <vt:lpstr>Специальное оформление</vt:lpstr>
      <vt:lpstr>1_shfd_videolessons_23 01 18</vt:lpstr>
      <vt:lpstr>1_Специальное оформление</vt:lpstr>
      <vt:lpstr>Document</vt:lpstr>
      <vt:lpstr>Методы планирования бюджетных статей</vt:lpstr>
      <vt:lpstr>Шаг 1. Уточнение целей бюджетирования</vt:lpstr>
      <vt:lpstr>Слайд 3</vt:lpstr>
      <vt:lpstr>Шаг 2. Выбор ключевых показателей для планирования</vt:lpstr>
      <vt:lpstr>Слайд 5</vt:lpstr>
      <vt:lpstr>Шаг 3. Выбор метода планирования</vt:lpstr>
      <vt:lpstr>Слайд 7</vt:lpstr>
      <vt:lpstr>Слайд 8</vt:lpstr>
      <vt:lpstr>Слайд 9</vt:lpstr>
      <vt:lpstr>Слайд 10</vt:lpstr>
      <vt:lpstr>Слайд 11</vt:lpstr>
      <vt:lpstr>Слайд 12</vt:lpstr>
      <vt:lpstr>Шаг 4. Планирование выручки и дебиторской задолженности</vt:lpstr>
      <vt:lpstr>Слайд 14</vt:lpstr>
      <vt:lpstr>Слайд 15</vt:lpstr>
      <vt:lpstr>Слайд 16</vt:lpstr>
      <vt:lpstr>Слайд 17</vt:lpstr>
      <vt:lpstr>Шаг 5. Лимитирование затрат</vt:lpstr>
      <vt:lpstr>Слайд 19</vt:lpstr>
      <vt:lpstr>Шаг 6. Планирование запасов</vt:lpstr>
      <vt:lpstr>Слайд 21</vt:lpstr>
      <vt:lpstr>Немного выводов: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Эксклюзив от ФНС:  как заполнять счета-фактуры  и регистры учета после 1 октября</dc:title>
  <dc:creator>User</dc:creator>
  <cp:lastModifiedBy>Натали</cp:lastModifiedBy>
  <cp:revision>169</cp:revision>
  <dcterms:created xsi:type="dcterms:W3CDTF">2018-01-12T10:39:47Z</dcterms:created>
  <dcterms:modified xsi:type="dcterms:W3CDTF">2018-12-19T07:30:13Z</dcterms:modified>
</cp:coreProperties>
</file>