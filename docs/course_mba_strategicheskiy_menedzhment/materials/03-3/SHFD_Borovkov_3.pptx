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0"/>
  </p:notesMasterIdLst>
  <p:sldIdLst>
    <p:sldId id="256" r:id="rId5"/>
    <p:sldId id="259" r:id="rId6"/>
    <p:sldId id="266" r:id="rId7"/>
    <p:sldId id="278" r:id="rId8"/>
    <p:sldId id="276" r:id="rId9"/>
    <p:sldId id="277" r:id="rId10"/>
    <p:sldId id="270" r:id="rId11"/>
    <p:sldId id="271" r:id="rId12"/>
    <p:sldId id="272" r:id="rId13"/>
    <p:sldId id="273" r:id="rId14"/>
    <p:sldId id="267" r:id="rId15"/>
    <p:sldId id="268" r:id="rId16"/>
    <p:sldId id="269" r:id="rId17"/>
    <p:sldId id="274" r:id="rId18"/>
    <p:sldId id="275" r:id="rId19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29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600" y="-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58AC403B-9467-4DAC-8DCA-3601C8FCC2B9}"/>
    <pc:docChg chg="modSld">
      <pc:chgData name="Иветта Новикова" userId="e708aafe7de06156" providerId="LiveId" clId="{58AC403B-9467-4DAC-8DCA-3601C8FCC2B9}" dt="2018-03-08T16:46:10.524" v="2" actId="20577"/>
      <pc:docMkLst>
        <pc:docMk/>
      </pc:docMkLst>
      <pc:sldChg chg="modSp">
        <pc:chgData name="Иветта Новикова" userId="e708aafe7de06156" providerId="LiveId" clId="{58AC403B-9467-4DAC-8DCA-3601C8FCC2B9}" dt="2018-03-08T16:46:10.524" v="2" actId="20577"/>
        <pc:sldMkLst>
          <pc:docMk/>
          <pc:sldMk cId="352707402" sldId="256"/>
        </pc:sldMkLst>
        <pc:spChg chg="mod">
          <ac:chgData name="Иветта Новикова" userId="e708aafe7de06156" providerId="LiveId" clId="{58AC403B-9467-4DAC-8DCA-3601C8FCC2B9}" dt="2018-03-08T16:46:10.524" v="2" actId="20577"/>
          <ac:spMkLst>
            <pc:docMk/>
            <pc:sldMk cId="352707402" sldId="256"/>
            <ac:spMk id="5" creationId="{00000000-0000-0000-0000-000000000000}"/>
          </ac:spMkLst>
        </pc:spChg>
      </pc:sldChg>
    </pc:docChg>
  </pc:docChgLst>
  <pc:docChgLst>
    <pc:chgData name="Иветта Новикова" userId="e708aafe7de06156" providerId="LiveId" clId="{9C103330-CC87-4535-A396-08FAD4B054FF}"/>
    <pc:docChg chg="custSel modSld">
      <pc:chgData name="Иветта Новикова" userId="e708aafe7de06156" providerId="LiveId" clId="{9C103330-CC87-4535-A396-08FAD4B054FF}" dt="2018-03-08T16:42:04.224" v="89" actId="1076"/>
      <pc:docMkLst>
        <pc:docMk/>
      </pc:docMkLst>
      <pc:sldChg chg="modSp">
        <pc:chgData name="Иветта Новикова" userId="e708aafe7de06156" providerId="LiveId" clId="{9C103330-CC87-4535-A396-08FAD4B054FF}" dt="2018-03-08T16:42:04.224" v="89" actId="1076"/>
        <pc:sldMkLst>
          <pc:docMk/>
          <pc:sldMk cId="352707402" sldId="256"/>
        </pc:sldMkLst>
        <pc:spChg chg="mod">
          <ac:chgData name="Иветта Новикова" userId="e708aafe7de06156" providerId="LiveId" clId="{9C103330-CC87-4535-A396-08FAD4B054FF}" dt="2018-03-08T16:42:04.224" v="89" actId="1076"/>
          <ac:spMkLst>
            <pc:docMk/>
            <pc:sldMk cId="352707402" sldId="256"/>
            <ac:spMk id="5" creationId="{00000000-0000-0000-0000-000000000000}"/>
          </ac:spMkLst>
        </pc:spChg>
      </pc:sldChg>
      <pc:sldChg chg="modSp">
        <pc:chgData name="Иветта Новикова" userId="e708aafe7de06156" providerId="LiveId" clId="{9C103330-CC87-4535-A396-08FAD4B054FF}" dt="2018-03-08T15:57:30.272" v="0" actId="1076"/>
        <pc:sldMkLst>
          <pc:docMk/>
          <pc:sldMk cId="3840940645" sldId="259"/>
        </pc:sldMkLst>
        <pc:spChg chg="mod">
          <ac:chgData name="Иветта Новикова" userId="e708aafe7de06156" providerId="LiveId" clId="{9C103330-CC87-4535-A396-08FAD4B054FF}" dt="2018-03-08T15:57:30.272" v="0" actId="1076"/>
          <ac:spMkLst>
            <pc:docMk/>
            <pc:sldMk cId="3840940645" sldId="259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9C103330-CC87-4535-A396-08FAD4B054FF}" dt="2018-03-08T15:58:11.383" v="5" actId="1076"/>
        <pc:sldMkLst>
          <pc:docMk/>
          <pc:sldMk cId="1789890620" sldId="266"/>
        </pc:sldMkLst>
        <pc:spChg chg="del">
          <ac:chgData name="Иветта Новикова" userId="e708aafe7de06156" providerId="LiveId" clId="{9C103330-CC87-4535-A396-08FAD4B054FF}" dt="2018-03-08T15:57:58.663" v="1" actId="478"/>
          <ac:spMkLst>
            <pc:docMk/>
            <pc:sldMk cId="1789890620" sldId="266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5:58:00.264" v="2" actId="478"/>
          <ac:spMkLst>
            <pc:docMk/>
            <pc:sldMk cId="1789890620" sldId="266"/>
            <ac:spMk id="7" creationId="{00000000-0000-0000-0000-000000000000}"/>
          </ac:spMkLst>
        </pc:spChg>
        <pc:spChg chg="mod">
          <ac:chgData name="Иветта Новикова" userId="e708aafe7de06156" providerId="LiveId" clId="{9C103330-CC87-4535-A396-08FAD4B054FF}" dt="2018-03-08T15:58:11.383" v="5" actId="1076"/>
          <ac:spMkLst>
            <pc:docMk/>
            <pc:sldMk cId="1789890620" sldId="266"/>
            <ac:spMk id="15" creationId="{00000000-0000-0000-0000-000000000000}"/>
          </ac:spMkLst>
        </pc:spChg>
        <pc:picChg chg="mod">
          <ac:chgData name="Иветта Новикова" userId="e708aafe7de06156" providerId="LiveId" clId="{9C103330-CC87-4535-A396-08FAD4B054FF}" dt="2018-03-08T15:58:08.281" v="4" actId="1076"/>
          <ac:picMkLst>
            <pc:docMk/>
            <pc:sldMk cId="1789890620" sldId="266"/>
            <ac:picMk id="14" creationId="{00000000-0000-0000-0000-000000000000}"/>
          </ac:picMkLst>
        </pc:picChg>
      </pc:sldChg>
      <pc:sldChg chg="delSp modSp">
        <pc:chgData name="Иветта Новикова" userId="e708aafe7de06156" providerId="LiveId" clId="{9C103330-CC87-4535-A396-08FAD4B054FF}" dt="2018-03-08T16:05:36.939" v="78" actId="14100"/>
        <pc:sldMkLst>
          <pc:docMk/>
          <pc:sldMk cId="127198586" sldId="267"/>
        </pc:sldMkLst>
        <pc:spChg chg="del">
          <ac:chgData name="Иветта Новикова" userId="e708aafe7de06156" providerId="LiveId" clId="{9C103330-CC87-4535-A396-08FAD4B054FF}" dt="2018-03-08T16:05:27.075" v="74" actId="478"/>
          <ac:spMkLst>
            <pc:docMk/>
            <pc:sldMk cId="127198586" sldId="267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5:31.391" v="76" actId="478"/>
          <ac:spMkLst>
            <pc:docMk/>
            <pc:sldMk cId="127198586" sldId="267"/>
            <ac:spMk id="5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5:28.638" v="75" actId="478"/>
          <ac:spMkLst>
            <pc:docMk/>
            <pc:sldMk cId="127198586" sldId="267"/>
            <ac:spMk id="7" creationId="{00000000-0000-0000-0000-000000000000}"/>
          </ac:spMkLst>
        </pc:spChg>
        <pc:picChg chg="mod">
          <ac:chgData name="Иветта Новикова" userId="e708aafe7de06156" providerId="LiveId" clId="{9C103330-CC87-4535-A396-08FAD4B054FF}" dt="2018-03-08T16:05:36.939" v="78" actId="14100"/>
          <ac:picMkLst>
            <pc:docMk/>
            <pc:sldMk cId="127198586" sldId="267"/>
            <ac:picMk id="8" creationId="{00000000-0000-0000-0000-000000000000}"/>
          </ac:picMkLst>
        </pc:picChg>
      </pc:sldChg>
      <pc:sldChg chg="delSp modSp">
        <pc:chgData name="Иветта Новикова" userId="e708aafe7de06156" providerId="LiveId" clId="{9C103330-CC87-4535-A396-08FAD4B054FF}" dt="2018-03-08T16:05:52.450" v="83" actId="14100"/>
        <pc:sldMkLst>
          <pc:docMk/>
          <pc:sldMk cId="1749808255" sldId="268"/>
        </pc:sldMkLst>
        <pc:spChg chg="del">
          <ac:chgData name="Иветта Новикова" userId="e708aafe7de06156" providerId="LiveId" clId="{9C103330-CC87-4535-A396-08FAD4B054FF}" dt="2018-03-08T16:05:44.536" v="79" actId="478"/>
          <ac:spMkLst>
            <pc:docMk/>
            <pc:sldMk cId="1749808255" sldId="268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5:47.354" v="81" actId="478"/>
          <ac:spMkLst>
            <pc:docMk/>
            <pc:sldMk cId="1749808255" sldId="268"/>
            <ac:spMk id="5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5:45.620" v="80" actId="478"/>
          <ac:spMkLst>
            <pc:docMk/>
            <pc:sldMk cId="1749808255" sldId="268"/>
            <ac:spMk id="7" creationId="{00000000-0000-0000-0000-000000000000}"/>
          </ac:spMkLst>
        </pc:spChg>
        <pc:picChg chg="mod">
          <ac:chgData name="Иветта Новикова" userId="e708aafe7de06156" providerId="LiveId" clId="{9C103330-CC87-4535-A396-08FAD4B054FF}" dt="2018-03-08T16:05:52.450" v="83" actId="14100"/>
          <ac:picMkLst>
            <pc:docMk/>
            <pc:sldMk cId="1749808255" sldId="268"/>
            <ac:picMk id="10" creationId="{00000000-0000-0000-0000-000000000000}"/>
          </ac:picMkLst>
        </pc:picChg>
      </pc:sldChg>
      <pc:sldChg chg="delSp modSp">
        <pc:chgData name="Иветта Новикова" userId="e708aafe7de06156" providerId="LiveId" clId="{9C103330-CC87-4535-A396-08FAD4B054FF}" dt="2018-03-08T16:06:04.932" v="86" actId="1076"/>
        <pc:sldMkLst>
          <pc:docMk/>
          <pc:sldMk cId="2407072494" sldId="269"/>
        </pc:sldMkLst>
        <pc:spChg chg="del">
          <ac:chgData name="Иветта Новикова" userId="e708aafe7de06156" providerId="LiveId" clId="{9C103330-CC87-4535-A396-08FAD4B054FF}" dt="2018-03-08T16:05:59.130" v="84" actId="478"/>
          <ac:spMkLst>
            <pc:docMk/>
            <pc:sldMk cId="2407072494" sldId="269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6:00.815" v="85" actId="478"/>
          <ac:spMkLst>
            <pc:docMk/>
            <pc:sldMk cId="2407072494" sldId="269"/>
            <ac:spMk id="7" creationId="{00000000-0000-0000-0000-000000000000}"/>
          </ac:spMkLst>
        </pc:spChg>
        <pc:picChg chg="mod">
          <ac:chgData name="Иветта Новикова" userId="e708aafe7de06156" providerId="LiveId" clId="{9C103330-CC87-4535-A396-08FAD4B054FF}" dt="2018-03-08T16:06:04.932" v="86" actId="1076"/>
          <ac:picMkLst>
            <pc:docMk/>
            <pc:sldMk cId="2407072494" sldId="269"/>
            <ac:picMk id="8" creationId="{00000000-0000-0000-0000-000000000000}"/>
          </ac:picMkLst>
        </pc:picChg>
      </pc:sldChg>
      <pc:sldChg chg="modSp">
        <pc:chgData name="Иветта Новикова" userId="e708aafe7de06156" providerId="LiveId" clId="{9C103330-CC87-4535-A396-08FAD4B054FF}" dt="2018-03-08T16:26:37.379" v="87" actId="1076"/>
        <pc:sldMkLst>
          <pc:docMk/>
          <pc:sldMk cId="588280222" sldId="270"/>
        </pc:sldMkLst>
        <pc:spChg chg="mod">
          <ac:chgData name="Иветта Новикова" userId="e708aafe7de06156" providerId="LiveId" clId="{9C103330-CC87-4535-A396-08FAD4B054FF}" dt="2018-03-08T16:26:37.379" v="87" actId="1076"/>
          <ac:spMkLst>
            <pc:docMk/>
            <pc:sldMk cId="588280222" sldId="270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9C103330-CC87-4535-A396-08FAD4B054FF}" dt="2018-03-08T16:04:40.706" v="64" actId="1076"/>
        <pc:sldMkLst>
          <pc:docMk/>
          <pc:sldMk cId="1474863892" sldId="271"/>
        </pc:sldMkLst>
        <pc:spChg chg="del">
          <ac:chgData name="Иветта Новикова" userId="e708aafe7de06156" providerId="LiveId" clId="{9C103330-CC87-4535-A396-08FAD4B054FF}" dt="2018-03-08T16:03:22.081" v="41" actId="478"/>
          <ac:spMkLst>
            <pc:docMk/>
            <pc:sldMk cId="1474863892" sldId="271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3:24.680" v="42" actId="478"/>
          <ac:spMkLst>
            <pc:docMk/>
            <pc:sldMk cId="1474863892" sldId="271"/>
            <ac:spMk id="7" creationId="{00000000-0000-0000-0000-000000000000}"/>
          </ac:spMkLst>
        </pc:spChg>
        <pc:graphicFrameChg chg="mod modGraphic">
          <ac:chgData name="Иветта Новикова" userId="e708aafe7de06156" providerId="LiveId" clId="{9C103330-CC87-4535-A396-08FAD4B054FF}" dt="2018-03-08T16:04:40.706" v="64" actId="1076"/>
          <ac:graphicFrameMkLst>
            <pc:docMk/>
            <pc:sldMk cId="1474863892" sldId="271"/>
            <ac:graphicFrameMk id="2" creationId="{00000000-0000-0000-0000-000000000000}"/>
          </ac:graphicFrameMkLst>
        </pc:graphicFrameChg>
      </pc:sldChg>
      <pc:sldChg chg="modSp">
        <pc:chgData name="Иветта Новикова" userId="e708aafe7de06156" providerId="LiveId" clId="{9C103330-CC87-4535-A396-08FAD4B054FF}" dt="2018-03-08T16:31:04.179" v="88" actId="1076"/>
        <pc:sldMkLst>
          <pc:docMk/>
          <pc:sldMk cId="3631838580" sldId="272"/>
        </pc:sldMkLst>
        <pc:spChg chg="mod">
          <ac:chgData name="Иветта Новикова" userId="e708aafe7de06156" providerId="LiveId" clId="{9C103330-CC87-4535-A396-08FAD4B054FF}" dt="2018-03-08T16:31:04.179" v="88" actId="1076"/>
          <ac:spMkLst>
            <pc:docMk/>
            <pc:sldMk cId="3631838580" sldId="272"/>
            <ac:spMk id="2" creationId="{00000000-0000-0000-0000-000000000000}"/>
          </ac:spMkLst>
        </pc:spChg>
      </pc:sldChg>
      <pc:sldChg chg="delSp modSp">
        <pc:chgData name="Иветта Новикова" userId="e708aafe7de06156" providerId="LiveId" clId="{9C103330-CC87-4535-A396-08FAD4B054FF}" dt="2018-03-08T16:05:17.353" v="73" actId="1076"/>
        <pc:sldMkLst>
          <pc:docMk/>
          <pc:sldMk cId="169675036" sldId="273"/>
        </pc:sldMkLst>
        <pc:spChg chg="del">
          <ac:chgData name="Иветта Новикова" userId="e708aafe7de06156" providerId="LiveId" clId="{9C103330-CC87-4535-A396-08FAD4B054FF}" dt="2018-03-08T16:04:46.107" v="65" actId="478"/>
          <ac:spMkLst>
            <pc:docMk/>
            <pc:sldMk cId="169675036" sldId="273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4:51.375" v="67" actId="478"/>
          <ac:spMkLst>
            <pc:docMk/>
            <pc:sldMk cId="169675036" sldId="273"/>
            <ac:spMk id="5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6:04:48.408" v="66" actId="478"/>
          <ac:spMkLst>
            <pc:docMk/>
            <pc:sldMk cId="169675036" sldId="273"/>
            <ac:spMk id="7" creationId="{00000000-0000-0000-0000-000000000000}"/>
          </ac:spMkLst>
        </pc:spChg>
        <pc:spChg chg="mod">
          <ac:chgData name="Иветта Новикова" userId="e708aafe7de06156" providerId="LiveId" clId="{9C103330-CC87-4535-A396-08FAD4B054FF}" dt="2018-03-08T16:05:17.353" v="73" actId="1076"/>
          <ac:spMkLst>
            <pc:docMk/>
            <pc:sldMk cId="169675036" sldId="273"/>
            <ac:spMk id="9" creationId="{00000000-0000-0000-0000-000000000000}"/>
          </ac:spMkLst>
        </pc:spChg>
        <pc:picChg chg="mod">
          <ac:chgData name="Иветта Новикова" userId="e708aafe7de06156" providerId="LiveId" clId="{9C103330-CC87-4535-A396-08FAD4B054FF}" dt="2018-03-08T16:05:13.621" v="72" actId="1076"/>
          <ac:picMkLst>
            <pc:docMk/>
            <pc:sldMk cId="169675036" sldId="273"/>
            <ac:picMk id="13" creationId="{00000000-0000-0000-0000-000000000000}"/>
          </ac:picMkLst>
        </pc:picChg>
      </pc:sldChg>
      <pc:sldChg chg="delSp modSp">
        <pc:chgData name="Иветта Новикова" userId="e708aafe7de06156" providerId="LiveId" clId="{9C103330-CC87-4535-A396-08FAD4B054FF}" dt="2018-03-08T15:58:55.840" v="17" actId="1076"/>
        <pc:sldMkLst>
          <pc:docMk/>
          <pc:sldMk cId="2060223804" sldId="276"/>
        </pc:sldMkLst>
        <pc:spChg chg="del">
          <ac:chgData name="Иветта Новикова" userId="e708aafe7de06156" providerId="LiveId" clId="{9C103330-CC87-4535-A396-08FAD4B054FF}" dt="2018-03-08T15:58:35.832" v="11" actId="478"/>
          <ac:spMkLst>
            <pc:docMk/>
            <pc:sldMk cId="2060223804" sldId="276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5:58:37.132" v="12" actId="478"/>
          <ac:spMkLst>
            <pc:docMk/>
            <pc:sldMk cId="2060223804" sldId="276"/>
            <ac:spMk id="7" creationId="{00000000-0000-0000-0000-000000000000}"/>
          </ac:spMkLst>
        </pc:spChg>
        <pc:picChg chg="mod">
          <ac:chgData name="Иветта Новикова" userId="e708aafe7de06156" providerId="LiveId" clId="{9C103330-CC87-4535-A396-08FAD4B054FF}" dt="2018-03-08T15:58:55.840" v="17" actId="1076"/>
          <ac:picMkLst>
            <pc:docMk/>
            <pc:sldMk cId="2060223804" sldId="276"/>
            <ac:picMk id="24578" creationId="{00000000-0000-0000-0000-000000000000}"/>
          </ac:picMkLst>
        </pc:picChg>
      </pc:sldChg>
      <pc:sldChg chg="delSp modSp">
        <pc:chgData name="Иветта Новикова" userId="e708aafe7de06156" providerId="LiveId" clId="{9C103330-CC87-4535-A396-08FAD4B054FF}" dt="2018-03-08T16:00:15.751" v="40" actId="14100"/>
        <pc:sldMkLst>
          <pc:docMk/>
          <pc:sldMk cId="1823137270" sldId="277"/>
        </pc:sldMkLst>
        <pc:spChg chg="del">
          <ac:chgData name="Иветта Новикова" userId="e708aafe7de06156" providerId="LiveId" clId="{9C103330-CC87-4535-A396-08FAD4B054FF}" dt="2018-03-08T15:59:01.819" v="18" actId="478"/>
          <ac:spMkLst>
            <pc:docMk/>
            <pc:sldMk cId="1823137270" sldId="277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5:59:15.567" v="21" actId="478"/>
          <ac:spMkLst>
            <pc:docMk/>
            <pc:sldMk cId="1823137270" sldId="277"/>
            <ac:spMk id="5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5:59:03.459" v="19" actId="478"/>
          <ac:spMkLst>
            <pc:docMk/>
            <pc:sldMk cId="1823137270" sldId="277"/>
            <ac:spMk id="7" creationId="{00000000-0000-0000-0000-000000000000}"/>
          </ac:spMkLst>
        </pc:spChg>
        <pc:graphicFrameChg chg="mod modGraphic">
          <ac:chgData name="Иветта Новикова" userId="e708aafe7de06156" providerId="LiveId" clId="{9C103330-CC87-4535-A396-08FAD4B054FF}" dt="2018-03-08T16:00:15.751" v="40" actId="14100"/>
          <ac:graphicFrameMkLst>
            <pc:docMk/>
            <pc:sldMk cId="1823137270" sldId="277"/>
            <ac:graphicFrameMk id="6" creationId="{00000000-0000-0000-0000-000000000000}"/>
          </ac:graphicFrameMkLst>
        </pc:graphicFrameChg>
      </pc:sldChg>
      <pc:sldChg chg="delSp modSp">
        <pc:chgData name="Иветта Новикова" userId="e708aafe7de06156" providerId="LiveId" clId="{9C103330-CC87-4535-A396-08FAD4B054FF}" dt="2018-03-08T15:58:29.633" v="10" actId="14100"/>
        <pc:sldMkLst>
          <pc:docMk/>
          <pc:sldMk cId="2425539960" sldId="278"/>
        </pc:sldMkLst>
        <pc:spChg chg="del">
          <ac:chgData name="Иветта Новикова" userId="e708aafe7de06156" providerId="LiveId" clId="{9C103330-CC87-4535-A396-08FAD4B054FF}" dt="2018-03-08T15:58:15.619" v="6" actId="478"/>
          <ac:spMkLst>
            <pc:docMk/>
            <pc:sldMk cId="2425539960" sldId="278"/>
            <ac:spMk id="4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5:58:24.293" v="8" actId="478"/>
          <ac:spMkLst>
            <pc:docMk/>
            <pc:sldMk cId="2425539960" sldId="278"/>
            <ac:spMk id="5" creationId="{00000000-0000-0000-0000-000000000000}"/>
          </ac:spMkLst>
        </pc:spChg>
        <pc:spChg chg="del">
          <ac:chgData name="Иветта Новикова" userId="e708aafe7de06156" providerId="LiveId" clId="{9C103330-CC87-4535-A396-08FAD4B054FF}" dt="2018-03-08T15:58:16.830" v="7" actId="478"/>
          <ac:spMkLst>
            <pc:docMk/>
            <pc:sldMk cId="2425539960" sldId="278"/>
            <ac:spMk id="7" creationId="{00000000-0000-0000-0000-000000000000}"/>
          </ac:spMkLst>
        </pc:spChg>
        <pc:graphicFrameChg chg="mod">
          <ac:chgData name="Иветта Новикова" userId="e708aafe7de06156" providerId="LiveId" clId="{9C103330-CC87-4535-A396-08FAD4B054FF}" dt="2018-03-08T15:58:29.633" v="10" actId="14100"/>
          <ac:graphicFrameMkLst>
            <pc:docMk/>
            <pc:sldMk cId="2425539960" sldId="278"/>
            <ac:graphicFrameMk id="2" creationId="{00000000-0000-0000-0000-00000000000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87092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Организация работы по подготовке бюджета компании на год</a:t>
            </a:r>
            <a:endParaRPr lang="ru-RU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898947" y="3998406"/>
            <a:ext cx="496855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Павел Боровков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/>
              <a:t>генеральный директор </a:t>
            </a:r>
            <a:r>
              <a:rPr lang="ru-RU" sz="1400" dirty="0"/>
              <a:t>«Партнеры и Боровков»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8" name="Изображение 2">
            <a:extLst>
              <a:ext uri="{FF2B5EF4-FFF2-40B4-BE49-F238E27FC236}">
                <a16:creationId xmlns:a16="http://schemas.microsoft.com/office/drawing/2014/main" xmlns="" id="{64C46D17-8CDC-48A9-B785-696B4F6E4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08" y="3451939"/>
            <a:ext cx="1060311" cy="109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270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2018842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1. Определение общей взаимосвязи бюджетов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39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094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102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8964" y="1274228"/>
            <a:ext cx="3711404" cy="292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641195" y="662845"/>
            <a:ext cx="2972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Общая схема финансово-экономического планирования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989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65917599"/>
              </p:ext>
            </p:extLst>
          </p:nvPr>
        </p:nvGraphicFramePr>
        <p:xfrm>
          <a:off x="595311" y="1163450"/>
          <a:ext cx="4516943" cy="3664043"/>
        </p:xfrm>
        <a:graphic>
          <a:graphicData uri="http://schemas.openxmlformats.org/presentationml/2006/ole">
            <p:oleObj spid="_x0000_s1026" name="Visio" r:id="rId3" imgW="8615734" imgH="6986048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425539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83483" y="4287851"/>
            <a:ext cx="36102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1489" y="1856956"/>
            <a:ext cx="4455835" cy="1741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06022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128178242"/>
              </p:ext>
            </p:extLst>
          </p:nvPr>
        </p:nvGraphicFramePr>
        <p:xfrm>
          <a:off x="643995" y="1272931"/>
          <a:ext cx="4607082" cy="3375881"/>
        </p:xfrm>
        <a:graphic>
          <a:graphicData uri="http://schemas.openxmlformats.org/drawingml/2006/table">
            <a:tbl>
              <a:tblPr/>
              <a:tblGrid>
                <a:gridCol w="9620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211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238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6208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Система бюджетов и показателей по уровням финансовой структуры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88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Уровень фин.  структуры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Виды документов бюджетной структуры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Задачи данного уровня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1681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ЦИ / ЦП</a:t>
                      </a:r>
                      <a:endParaRPr kumimoji="0" lang="ru-RU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КПЭ / Бюджетные задания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Установление целей и лимитов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366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Консолидированные БДР, БДДС и Баланс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Проверка плановых и фактических результатов деятельности на соответствие КПЭ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Корректировка бюджетов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095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ЦП / ЦМД</a:t>
                      </a:r>
                      <a:endParaRPr kumimoji="0" lang="ru-RU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Функциональные бюджеты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Анализ и корректировка результатов деятельности по функциональным областям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Составление Консолидированных бюджетов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475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ЦД и ЦЗ</a:t>
                      </a:r>
                      <a:endParaRPr kumimoji="0" lang="ru-RU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Операционные бюджеты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Анализ и корректировка результатов деятельности по ЦФО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>
                          <a:tab pos="160338" algn="l"/>
                        </a:tabLst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Составление Функциональных бюджетов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94516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ЦД и ЦЗ / ЦФУ/ МВЗ</a:t>
                      </a:r>
                      <a:endParaRPr kumimoji="0" lang="ru-RU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Внебюджетные документы: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Договоры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Прогнозы продаж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Производственные планы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Планы НИОКР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Заявки на расходование ДС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"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 Штатные расписания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Подготовка и обоснование данных для составления Операционных бюджетов</a:t>
                      </a:r>
                      <a:endParaRPr kumimoji="0" lang="ru-RU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2313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018842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2. Выбор горизонта и шага планирования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39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8280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102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34480532"/>
              </p:ext>
            </p:extLst>
          </p:nvPr>
        </p:nvGraphicFramePr>
        <p:xfrm>
          <a:off x="583483" y="1580064"/>
          <a:ext cx="4462645" cy="24307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7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63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731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859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Функциональные бюджеты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Тип бюджета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Горизонт планирования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Шаг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планирования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100" dirty="0">
                          <a:effectLst/>
                        </a:rPr>
                        <a:t>Бюджет доходов</a:t>
                      </a:r>
                    </a:p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100" dirty="0">
                          <a:effectLst/>
                        </a:rPr>
                        <a:t>от продаж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БДР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Год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Квартал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100" dirty="0">
                          <a:effectLst/>
                        </a:rPr>
                        <a:t>Бюджет прямых производственных расходов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БДР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Год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Месяц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…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… 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…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…</a:t>
                      </a:r>
                      <a:endParaRPr lang="ru-RU" sz="11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Бюджет продаж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НС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Квартал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Месяц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L="0" lvl="0" indent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Бюджет поступлений от продаж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БДДС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Неделя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7486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2059183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3. Выбор основного направления планирования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39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183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20624" y="2571750"/>
            <a:ext cx="247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Схемы планирования: Вертикальная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7"/>
              </a:clrFrom>
              <a:clrTo>
                <a:srgbClr val="FFFF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05776" y="647741"/>
            <a:ext cx="3167176" cy="413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6967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849880" y="572910"/>
            <a:ext cx="247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Схемы планирования: Горизонтальная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7"/>
              </a:clrFrom>
              <a:clrTo>
                <a:srgbClr val="FFFF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3607" y="1290367"/>
            <a:ext cx="4633770" cy="349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7198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849880" y="572910"/>
            <a:ext cx="247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Схемы планирования: Натуральная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7"/>
              </a:clrFrom>
              <a:clrTo>
                <a:srgbClr val="FFFF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2936" y="1290511"/>
            <a:ext cx="4428035" cy="3536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74980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102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9880" y="572910"/>
            <a:ext cx="2476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Схемы планирования: Комплексная</a:t>
            </a:r>
            <a:endParaRPr lang="ru-RU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7"/>
              </a:clrFrom>
              <a:clrTo>
                <a:srgbClr val="FFFF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2937" y="1512256"/>
            <a:ext cx="4885869" cy="2587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0707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50583" y="1662495"/>
            <a:ext cx="7772400" cy="1825950"/>
          </a:xfrm>
        </p:spPr>
        <p:txBody>
          <a:bodyPr>
            <a:noAutofit/>
          </a:bodyPr>
          <a:lstStyle/>
          <a:p>
            <a:pPr algn="l">
              <a:lnSpc>
                <a:spcPct val="91000"/>
              </a:lnSpc>
            </a:pPr>
            <a:r>
              <a:rPr lang="ru-RU" sz="3600" b="1" dirty="0"/>
              <a:t>Шаг 4. Описание процесса планирования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391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 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5183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532937" y="2124333"/>
            <a:ext cx="5352381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300"/>
              </a:spcAft>
            </a:pP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3483" y="4287851"/>
            <a:ext cx="36102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/>
              <a:t>Организация работы по подготовке бюджета компании на год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87439646"/>
              </p:ext>
            </p:extLst>
          </p:nvPr>
        </p:nvGraphicFramePr>
        <p:xfrm>
          <a:off x="638942" y="1162785"/>
          <a:ext cx="7987147" cy="316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0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1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990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09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8578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942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269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2699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5444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09688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5965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2583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№ п/п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№ пред.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Бюджет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ЦФО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Должность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Исходная информация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Действие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Кому передается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Срок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Назначение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>
                          <a:effectLst/>
                        </a:rPr>
                        <a:t>№ след.</a:t>
                      </a:r>
                      <a:endParaRPr lang="ru-RU" sz="8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8964">
                <a:tc>
                  <a:txBody>
                    <a:bodyPr/>
                    <a:lstStyle/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 </a:t>
                      </a:r>
                    </a:p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</a:t>
                      </a:r>
                    </a:p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/>
                </a:tc>
                <a:tc>
                  <a:txBody>
                    <a:bodyPr/>
                    <a:lstStyle/>
                    <a:p>
                      <a:pPr marL="92075" lvl="0" indent="-92075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ru-RU" sz="800" dirty="0">
                          <a:effectLst/>
                        </a:rPr>
                        <a:t>Бюджеты продаж товаров</a:t>
                      </a:r>
                    </a:p>
                    <a:p>
                      <a:pPr marL="92075" lvl="0" indent="-92075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ru-RU" sz="800" dirty="0">
                          <a:effectLst/>
                        </a:rPr>
                        <a:t>Бюджет продаж услуг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Центры доходов «Дивизион/ Филиал»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Sales-managers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Ожидаемые ключевые результаты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Формирование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Директора дивизионов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28.июн.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Формирование Бюджетов потребностей в товарах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indent="203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0229">
                <a:tc>
                  <a:txBody>
                    <a:bodyPr/>
                    <a:lstStyle/>
                    <a:p>
                      <a:pPr indent="2159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indent="203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</a:t>
                      </a:r>
                    </a:p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Бюджеты потребностей в товарах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Центры затрат «</a:t>
                      </a:r>
                      <a:r>
                        <a:rPr lang="en-US" sz="800">
                          <a:effectLst/>
                        </a:rPr>
                        <a:t>Комплектация</a:t>
                      </a:r>
                      <a:r>
                        <a:rPr lang="ru-RU" sz="800">
                          <a:effectLst/>
                        </a:rPr>
                        <a:t>»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Руководители дивизионов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Бюджет продаж товаров (консолидированный)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Формирование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Коммерческий директор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07.июл.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Формирование Бюджета закупок товаров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tc>
                  <a:txBody>
                    <a:bodyPr/>
                    <a:lstStyle/>
                    <a:p>
                      <a:pPr indent="203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12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4516">
                <a:tc>
                  <a:txBody>
                    <a:bodyPr/>
                    <a:lstStyle/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8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 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Бюджеты остатков товаров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Центры затрат «Склады»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Руководители дивизионов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Данные инвентаризации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Формирование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Коммерческий директор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08.июл.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Формирование Бюджета закупок товаров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032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12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783">
                <a:tc>
                  <a:txBody>
                    <a:bodyPr/>
                    <a:lstStyle/>
                    <a:p>
                      <a:pPr indent="2159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...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...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90058">
                <a:tc>
                  <a:txBody>
                    <a:bodyPr/>
                    <a:lstStyle/>
                    <a:p>
                      <a:pPr indent="2159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12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095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7, 8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Бюджет закупок товаров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Центры затрат «Логистика»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09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Директор по закупкам и логистике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92075" lvl="0" indent="-92075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ru-RU" sz="800" dirty="0">
                          <a:effectLst/>
                        </a:rPr>
                        <a:t>Бюджеты потребностей в товарах</a:t>
                      </a:r>
                    </a:p>
                    <a:p>
                      <a:pPr marL="92075" lvl="0" indent="-92075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ru-RU" sz="800" dirty="0">
                          <a:effectLst/>
                        </a:rPr>
                        <a:t>Бюджеты остатков товаров</a:t>
                      </a:r>
                      <a:endParaRPr lang="ru-RU" sz="8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effectLst/>
                        </a:rPr>
                        <a:t>Формирование</a:t>
                      </a:r>
                      <a:endParaRPr lang="ru-RU" sz="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Коммерческий директор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111125" indent="-9017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10.июл.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2222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Утверждение и консолидация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effectLst/>
                        </a:rPr>
                        <a:t>Х</a:t>
                      </a:r>
                      <a:endParaRPr lang="ru-RU" sz="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5338" marR="55338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59377606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588</TotalTime>
  <Words>455</Words>
  <Application>Microsoft Office PowerPoint</Application>
  <PresentationFormat>Экран (16:9)</PresentationFormat>
  <Paragraphs>169</Paragraphs>
  <Slides>15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Visio</vt:lpstr>
      <vt:lpstr>Организация работы по подготовке бюджета компании на год</vt:lpstr>
      <vt:lpstr>Шаг 1. Определение общей взаимосвязи бюджетов</vt:lpstr>
      <vt:lpstr>Слайд 3</vt:lpstr>
      <vt:lpstr>Слайд 4</vt:lpstr>
      <vt:lpstr>Слайд 5</vt:lpstr>
      <vt:lpstr>Слайд 6</vt:lpstr>
      <vt:lpstr>Шаг 2. Выбор горизонта и шага планирования</vt:lpstr>
      <vt:lpstr>Слайд 8</vt:lpstr>
      <vt:lpstr>Шаг 3. Выбор основного направления планирования</vt:lpstr>
      <vt:lpstr>Слайд 10</vt:lpstr>
      <vt:lpstr>Слайд 11</vt:lpstr>
      <vt:lpstr>Слайд 12</vt:lpstr>
      <vt:lpstr>Слайд 13</vt:lpstr>
      <vt:lpstr>Шаг 4. Описание процесса планирования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134</cp:revision>
  <dcterms:created xsi:type="dcterms:W3CDTF">2018-01-12T10:39:47Z</dcterms:created>
  <dcterms:modified xsi:type="dcterms:W3CDTF">2018-12-19T07:27:52Z</dcterms:modified>
</cp:coreProperties>
</file>