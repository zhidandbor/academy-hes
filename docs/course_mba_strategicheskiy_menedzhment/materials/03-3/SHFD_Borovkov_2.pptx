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28"/>
  </p:notesMasterIdLst>
  <p:sldIdLst>
    <p:sldId id="256" r:id="rId5"/>
    <p:sldId id="259" r:id="rId6"/>
    <p:sldId id="266" r:id="rId7"/>
    <p:sldId id="275" r:id="rId8"/>
    <p:sldId id="267" r:id="rId9"/>
    <p:sldId id="262" r:id="rId10"/>
    <p:sldId id="268" r:id="rId11"/>
    <p:sldId id="269" r:id="rId12"/>
    <p:sldId id="284" r:id="rId13"/>
    <p:sldId id="270" r:id="rId14"/>
    <p:sldId id="283" r:id="rId15"/>
    <p:sldId id="282" r:id="rId16"/>
    <p:sldId id="271" r:id="rId17"/>
    <p:sldId id="272" r:id="rId18"/>
    <p:sldId id="273" r:id="rId19"/>
    <p:sldId id="274" r:id="rId20"/>
    <p:sldId id="280" r:id="rId21"/>
    <p:sldId id="277" r:id="rId22"/>
    <p:sldId id="278" r:id="rId23"/>
    <p:sldId id="279" r:id="rId24"/>
    <p:sldId id="281" r:id="rId25"/>
    <p:sldId id="276" r:id="rId26"/>
    <p:sldId id="285" r:id="rId27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-562" y="-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2FF25DA8-9195-4E08-A338-7CBA99BD01D5}"/>
    <pc:docChg chg="undo custSel addSld modSld">
      <pc:chgData name="Иветта Новикова" userId="e708aafe7de06156" providerId="LiveId" clId="{2FF25DA8-9195-4E08-A338-7CBA99BD01D5}" dt="2018-03-08T16:45:56.661" v="217" actId="20577"/>
      <pc:docMkLst>
        <pc:docMk/>
      </pc:docMkLst>
      <pc:sldChg chg="addSp delSp modSp">
        <pc:chgData name="Иветта Новикова" userId="e708aafe7de06156" providerId="LiveId" clId="{2FF25DA8-9195-4E08-A338-7CBA99BD01D5}" dt="2018-03-08T16:45:56.661" v="217" actId="20577"/>
        <pc:sldMkLst>
          <pc:docMk/>
          <pc:sldMk cId="352707402" sldId="256"/>
        </pc:sldMkLst>
        <pc:spChg chg="del">
          <ac:chgData name="Иветта Новикова" userId="e708aafe7de06156" providerId="LiveId" clId="{2FF25DA8-9195-4E08-A338-7CBA99BD01D5}" dt="2018-03-08T14:47:50.179" v="0" actId="478"/>
          <ac:spMkLst>
            <pc:docMk/>
            <pc:sldMk cId="352707402" sldId="256"/>
            <ac:spMk id="4" creationId="{00000000-0000-0000-0000-000000000000}"/>
          </ac:spMkLst>
        </pc:spChg>
        <pc:spChg chg="mod">
          <ac:chgData name="Иветта Новикова" userId="e708aafe7de06156" providerId="LiveId" clId="{2FF25DA8-9195-4E08-A338-7CBA99BD01D5}" dt="2018-03-08T16:45:56.661" v="217" actId="20577"/>
          <ac:spMkLst>
            <pc:docMk/>
            <pc:sldMk cId="352707402" sldId="256"/>
            <ac:spMk id="5" creationId="{00000000-0000-0000-0000-000000000000}"/>
          </ac:spMkLst>
        </pc:spChg>
        <pc:spChg chg="del">
          <ac:chgData name="Иветта Новикова" userId="e708aafe7de06156" providerId="LiveId" clId="{2FF25DA8-9195-4E08-A338-7CBA99BD01D5}" dt="2018-03-08T14:47:51.695" v="1" actId="478"/>
          <ac:spMkLst>
            <pc:docMk/>
            <pc:sldMk cId="352707402" sldId="256"/>
            <ac:spMk id="7" creationId="{00000000-0000-0000-0000-000000000000}"/>
          </ac:spMkLst>
        </pc:spChg>
        <pc:picChg chg="add">
          <ac:chgData name="Иветта Новикова" userId="e708aafe7de06156" providerId="LiveId" clId="{2FF25DA8-9195-4E08-A338-7CBA99BD01D5}" dt="2018-03-08T14:47:59.772" v="2" actId="478"/>
          <ac:picMkLst>
            <pc:docMk/>
            <pc:sldMk cId="352707402" sldId="256"/>
            <ac:picMk id="8" creationId="{0BAD39E8-BB2A-4CB7-A826-455B9ECBC57A}"/>
          </ac:picMkLst>
        </pc:picChg>
      </pc:sldChg>
      <pc:sldChg chg="delSp modSp">
        <pc:chgData name="Иветта Новикова" userId="e708aafe7de06156" providerId="LiveId" clId="{2FF25DA8-9195-4E08-A338-7CBA99BD01D5}" dt="2018-03-08T15:02:30.519" v="103" actId="1076"/>
        <pc:sldMkLst>
          <pc:docMk/>
          <pc:sldMk cId="2109182941" sldId="267"/>
        </pc:sldMkLst>
        <pc:spChg chg="del">
          <ac:chgData name="Иветта Новикова" userId="e708aafe7de06156" providerId="LiveId" clId="{2FF25DA8-9195-4E08-A338-7CBA99BD01D5}" dt="2018-03-08T15:01:55.215" v="97" actId="478"/>
          <ac:spMkLst>
            <pc:docMk/>
            <pc:sldMk cId="2109182941" sldId="267"/>
            <ac:spMk id="5" creationId="{00000000-0000-0000-0000-000000000000}"/>
          </ac:spMkLst>
        </pc:spChg>
        <pc:graphicFrameChg chg="mod modGraphic">
          <ac:chgData name="Иветта Новикова" userId="e708aafe7de06156" providerId="LiveId" clId="{2FF25DA8-9195-4E08-A338-7CBA99BD01D5}" dt="2018-03-08T15:02:30.519" v="103" actId="1076"/>
          <ac:graphicFrameMkLst>
            <pc:docMk/>
            <pc:sldMk cId="2109182941" sldId="267"/>
            <ac:graphicFrameMk id="9" creationId="{00000000-0000-0000-0000-000000000000}"/>
          </ac:graphicFrameMkLst>
        </pc:graphicFrameChg>
      </pc:sldChg>
      <pc:sldChg chg="modSp">
        <pc:chgData name="Иветта Новикова" userId="e708aafe7de06156" providerId="LiveId" clId="{2FF25DA8-9195-4E08-A338-7CBA99BD01D5}" dt="2018-03-08T15:06:03.403" v="106" actId="14100"/>
        <pc:sldMkLst>
          <pc:docMk/>
          <pc:sldMk cId="4217099527" sldId="268"/>
        </pc:sldMkLst>
        <pc:graphicFrameChg chg="mod">
          <ac:chgData name="Иветта Новикова" userId="e708aafe7de06156" providerId="LiveId" clId="{2FF25DA8-9195-4E08-A338-7CBA99BD01D5}" dt="2018-03-08T15:06:03.403" v="106" actId="14100"/>
          <ac:graphicFrameMkLst>
            <pc:docMk/>
            <pc:sldMk cId="4217099527" sldId="268"/>
            <ac:graphicFrameMk id="6" creationId="{00000000-0000-0000-0000-000000000000}"/>
          </ac:graphicFrameMkLst>
        </pc:graphicFrameChg>
      </pc:sldChg>
      <pc:sldChg chg="modSp">
        <pc:chgData name="Иветта Новикова" userId="e708aafe7de06156" providerId="LiveId" clId="{2FF25DA8-9195-4E08-A338-7CBA99BD01D5}" dt="2018-03-08T15:15:34.711" v="114" actId="1076"/>
        <pc:sldMkLst>
          <pc:docMk/>
          <pc:sldMk cId="740696013" sldId="270"/>
        </pc:sldMkLst>
        <pc:graphicFrameChg chg="mod">
          <ac:chgData name="Иветта Новикова" userId="e708aafe7de06156" providerId="LiveId" clId="{2FF25DA8-9195-4E08-A338-7CBA99BD01D5}" dt="2018-03-08T15:15:34.711" v="114" actId="1076"/>
          <ac:graphicFrameMkLst>
            <pc:docMk/>
            <pc:sldMk cId="740696013" sldId="270"/>
            <ac:graphicFrameMk id="10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2FF25DA8-9195-4E08-A338-7CBA99BD01D5}" dt="2018-03-08T15:20:26.747" v="125" actId="14100"/>
        <pc:sldMkLst>
          <pc:docMk/>
          <pc:sldMk cId="2057625158" sldId="271"/>
        </pc:sldMkLst>
        <pc:spChg chg="del">
          <ac:chgData name="Иветта Новикова" userId="e708aafe7de06156" providerId="LiveId" clId="{2FF25DA8-9195-4E08-A338-7CBA99BD01D5}" dt="2018-03-08T15:20:12.024" v="122" actId="478"/>
          <ac:spMkLst>
            <pc:docMk/>
            <pc:sldMk cId="2057625158" sldId="271"/>
            <ac:spMk id="5" creationId="{00000000-0000-0000-0000-000000000000}"/>
          </ac:spMkLst>
        </pc:spChg>
        <pc:graphicFrameChg chg="mod">
          <ac:chgData name="Иветта Новикова" userId="e708aafe7de06156" providerId="LiveId" clId="{2FF25DA8-9195-4E08-A338-7CBA99BD01D5}" dt="2018-03-08T15:20:26.747" v="125" actId="14100"/>
          <ac:graphicFrameMkLst>
            <pc:docMk/>
            <pc:sldMk cId="2057625158" sldId="271"/>
            <ac:graphicFrameMk id="11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2FF25DA8-9195-4E08-A338-7CBA99BD01D5}" dt="2018-03-08T15:23:06.414" v="133" actId="14100"/>
        <pc:sldMkLst>
          <pc:docMk/>
          <pc:sldMk cId="1541146080" sldId="272"/>
        </pc:sldMkLst>
        <pc:spChg chg="del">
          <ac:chgData name="Иветта Новикова" userId="e708aafe7de06156" providerId="LiveId" clId="{2FF25DA8-9195-4E08-A338-7CBA99BD01D5}" dt="2018-03-08T15:22:47.174" v="126" actId="478"/>
          <ac:spMkLst>
            <pc:docMk/>
            <pc:sldMk cId="1541146080" sldId="272"/>
            <ac:spMk id="4" creationId="{00000000-0000-0000-0000-000000000000}"/>
          </ac:spMkLst>
        </pc:spChg>
        <pc:spChg chg="del">
          <ac:chgData name="Иветта Новикова" userId="e708aafe7de06156" providerId="LiveId" clId="{2FF25DA8-9195-4E08-A338-7CBA99BD01D5}" dt="2018-03-08T15:22:50.669" v="128" actId="478"/>
          <ac:spMkLst>
            <pc:docMk/>
            <pc:sldMk cId="1541146080" sldId="272"/>
            <ac:spMk id="5" creationId="{00000000-0000-0000-0000-000000000000}"/>
          </ac:spMkLst>
        </pc:spChg>
        <pc:spChg chg="del">
          <ac:chgData name="Иветта Новикова" userId="e708aafe7de06156" providerId="LiveId" clId="{2FF25DA8-9195-4E08-A338-7CBA99BD01D5}" dt="2018-03-08T15:22:48.470" v="127" actId="478"/>
          <ac:spMkLst>
            <pc:docMk/>
            <pc:sldMk cId="1541146080" sldId="272"/>
            <ac:spMk id="7" creationId="{00000000-0000-0000-0000-000000000000}"/>
          </ac:spMkLst>
        </pc:spChg>
        <pc:graphicFrameChg chg="mod">
          <ac:chgData name="Иветта Новикова" userId="e708aafe7de06156" providerId="LiveId" clId="{2FF25DA8-9195-4E08-A338-7CBA99BD01D5}" dt="2018-03-08T15:23:06.414" v="133" actId="14100"/>
          <ac:graphicFrameMkLst>
            <pc:docMk/>
            <pc:sldMk cId="1541146080" sldId="272"/>
            <ac:graphicFrameMk id="12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2FF25DA8-9195-4E08-A338-7CBA99BD01D5}" dt="2018-03-08T15:25:43.796" v="143" actId="14100"/>
        <pc:sldMkLst>
          <pc:docMk/>
          <pc:sldMk cId="3885134992" sldId="273"/>
        </pc:sldMkLst>
        <pc:spChg chg="del">
          <ac:chgData name="Иветта Новикова" userId="e708aafe7de06156" providerId="LiveId" clId="{2FF25DA8-9195-4E08-A338-7CBA99BD01D5}" dt="2018-03-08T15:25:18.358" v="134" actId="478"/>
          <ac:spMkLst>
            <pc:docMk/>
            <pc:sldMk cId="3885134992" sldId="273"/>
            <ac:spMk id="4" creationId="{00000000-0000-0000-0000-000000000000}"/>
          </ac:spMkLst>
        </pc:spChg>
        <pc:spChg chg="del">
          <ac:chgData name="Иветта Новикова" userId="e708aafe7de06156" providerId="LiveId" clId="{2FF25DA8-9195-4E08-A338-7CBA99BD01D5}" dt="2018-03-08T15:25:23.867" v="136" actId="478"/>
          <ac:spMkLst>
            <pc:docMk/>
            <pc:sldMk cId="3885134992" sldId="273"/>
            <ac:spMk id="5" creationId="{00000000-0000-0000-0000-000000000000}"/>
          </ac:spMkLst>
        </pc:spChg>
        <pc:spChg chg="del">
          <ac:chgData name="Иветта Новикова" userId="e708aafe7de06156" providerId="LiveId" clId="{2FF25DA8-9195-4E08-A338-7CBA99BD01D5}" dt="2018-03-08T15:25:20.081" v="135" actId="478"/>
          <ac:spMkLst>
            <pc:docMk/>
            <pc:sldMk cId="3885134992" sldId="273"/>
            <ac:spMk id="7" creationId="{00000000-0000-0000-0000-000000000000}"/>
          </ac:spMkLst>
        </pc:spChg>
        <pc:graphicFrameChg chg="mod">
          <ac:chgData name="Иветта Новикова" userId="e708aafe7de06156" providerId="LiveId" clId="{2FF25DA8-9195-4E08-A338-7CBA99BD01D5}" dt="2018-03-08T15:25:43.796" v="143" actId="14100"/>
          <ac:graphicFrameMkLst>
            <pc:docMk/>
            <pc:sldMk cId="3885134992" sldId="273"/>
            <ac:graphicFrameMk id="13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2FF25DA8-9195-4E08-A338-7CBA99BD01D5}" dt="2018-03-08T15:27:33.637" v="151" actId="14100"/>
        <pc:sldMkLst>
          <pc:docMk/>
          <pc:sldMk cId="1621196124" sldId="274"/>
        </pc:sldMkLst>
        <pc:spChg chg="del">
          <ac:chgData name="Иветта Новикова" userId="e708aafe7de06156" providerId="LiveId" clId="{2FF25DA8-9195-4E08-A338-7CBA99BD01D5}" dt="2018-03-08T15:27:08.336" v="144" actId="478"/>
          <ac:spMkLst>
            <pc:docMk/>
            <pc:sldMk cId="1621196124" sldId="274"/>
            <ac:spMk id="4" creationId="{00000000-0000-0000-0000-000000000000}"/>
          </ac:spMkLst>
        </pc:spChg>
        <pc:spChg chg="del mod">
          <ac:chgData name="Иветта Новикова" userId="e708aafe7de06156" providerId="LiveId" clId="{2FF25DA8-9195-4E08-A338-7CBA99BD01D5}" dt="2018-03-08T15:27:17.347" v="148" actId="478"/>
          <ac:spMkLst>
            <pc:docMk/>
            <pc:sldMk cId="1621196124" sldId="274"/>
            <ac:spMk id="5" creationId="{00000000-0000-0000-0000-000000000000}"/>
          </ac:spMkLst>
        </pc:spChg>
        <pc:spChg chg="del">
          <ac:chgData name="Иветта Новикова" userId="e708aafe7de06156" providerId="LiveId" clId="{2FF25DA8-9195-4E08-A338-7CBA99BD01D5}" dt="2018-03-08T15:27:09.974" v="145" actId="478"/>
          <ac:spMkLst>
            <pc:docMk/>
            <pc:sldMk cId="1621196124" sldId="274"/>
            <ac:spMk id="7" creationId="{00000000-0000-0000-0000-000000000000}"/>
          </ac:spMkLst>
        </pc:spChg>
        <pc:graphicFrameChg chg="mod">
          <ac:chgData name="Иветта Новикова" userId="e708aafe7de06156" providerId="LiveId" clId="{2FF25DA8-9195-4E08-A338-7CBA99BD01D5}" dt="2018-03-08T15:27:33.637" v="151" actId="14100"/>
          <ac:graphicFrameMkLst>
            <pc:docMk/>
            <pc:sldMk cId="1621196124" sldId="274"/>
            <ac:graphicFrameMk id="14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2FF25DA8-9195-4E08-A338-7CBA99BD01D5}" dt="2018-03-08T14:59:06.857" v="65" actId="478"/>
        <pc:sldMkLst>
          <pc:docMk/>
          <pc:sldMk cId="4156144512" sldId="275"/>
        </pc:sldMkLst>
        <pc:spChg chg="del">
          <ac:chgData name="Иветта Новикова" userId="e708aafe7de06156" providerId="LiveId" clId="{2FF25DA8-9195-4E08-A338-7CBA99BD01D5}" dt="2018-03-08T14:59:00.483" v="63" actId="478"/>
          <ac:spMkLst>
            <pc:docMk/>
            <pc:sldMk cId="4156144512" sldId="275"/>
            <ac:spMk id="8" creationId="{00000000-0000-0000-0000-000000000000}"/>
          </ac:spMkLst>
        </pc:spChg>
        <pc:graphicFrameChg chg="mod modGraphic">
          <ac:chgData name="Иветта Новикова" userId="e708aafe7de06156" providerId="LiveId" clId="{2FF25DA8-9195-4E08-A338-7CBA99BD01D5}" dt="2018-03-08T14:59:06.857" v="65" actId="478"/>
          <ac:graphicFrameMkLst>
            <pc:docMk/>
            <pc:sldMk cId="4156144512" sldId="275"/>
            <ac:graphicFrameMk id="2" creationId="{00000000-0000-0000-0000-000000000000}"/>
          </ac:graphicFrameMkLst>
        </pc:graphicFrameChg>
      </pc:sldChg>
      <pc:sldChg chg="delSp modSp delAnim">
        <pc:chgData name="Иветта Новикова" userId="e708aafe7de06156" providerId="LiveId" clId="{2FF25DA8-9195-4E08-A338-7CBA99BD01D5}" dt="2018-03-08T15:46:42.163" v="214" actId="478"/>
        <pc:sldMkLst>
          <pc:docMk/>
          <pc:sldMk cId="4026169673" sldId="276"/>
        </pc:sldMkLst>
        <pc:graphicFrameChg chg="mod">
          <ac:chgData name="Иветта Новикова" userId="e708aafe7de06156" providerId="LiveId" clId="{2FF25DA8-9195-4E08-A338-7CBA99BD01D5}" dt="2018-03-08T15:41:42.286" v="211" actId="1076"/>
          <ac:graphicFrameMkLst>
            <pc:docMk/>
            <pc:sldMk cId="4026169673" sldId="276"/>
            <ac:graphicFrameMk id="8" creationId="{00000000-0000-0000-0000-000000000000}"/>
          </ac:graphicFrameMkLst>
        </pc:graphicFrameChg>
        <pc:picChg chg="del mod">
          <ac:chgData name="Иветта Новикова" userId="e708aafe7de06156" providerId="LiveId" clId="{2FF25DA8-9195-4E08-A338-7CBA99BD01D5}" dt="2018-03-08T15:46:42.163" v="214" actId="478"/>
          <ac:picMkLst>
            <pc:docMk/>
            <pc:sldMk cId="4026169673" sldId="276"/>
            <ac:picMk id="9" creationId="{00000000-0000-0000-0000-000000000000}"/>
          </ac:picMkLst>
        </pc:picChg>
      </pc:sldChg>
      <pc:sldChg chg="modSp">
        <pc:chgData name="Иветта Новикова" userId="e708aafe7de06156" providerId="LiveId" clId="{2FF25DA8-9195-4E08-A338-7CBA99BD01D5}" dt="2018-03-08T15:32:49.260" v="181" actId="14100"/>
        <pc:sldMkLst>
          <pc:docMk/>
          <pc:sldMk cId="3959277569" sldId="277"/>
        </pc:sldMkLst>
        <pc:graphicFrameChg chg="modGraphic">
          <ac:chgData name="Иветта Новикова" userId="e708aafe7de06156" providerId="LiveId" clId="{2FF25DA8-9195-4E08-A338-7CBA99BD01D5}" dt="2018-03-08T15:32:46.655" v="180" actId="14100"/>
          <ac:graphicFrameMkLst>
            <pc:docMk/>
            <pc:sldMk cId="3959277569" sldId="277"/>
            <ac:graphicFrameMk id="13" creationId="{00000000-0000-0000-0000-000000000000}"/>
          </ac:graphicFrameMkLst>
        </pc:graphicFrameChg>
        <pc:graphicFrameChg chg="modGraphic">
          <ac:chgData name="Иветта Новикова" userId="e708aafe7de06156" providerId="LiveId" clId="{2FF25DA8-9195-4E08-A338-7CBA99BD01D5}" dt="2018-03-08T15:32:49.260" v="181" actId="14100"/>
          <ac:graphicFrameMkLst>
            <pc:docMk/>
            <pc:sldMk cId="3959277569" sldId="277"/>
            <ac:graphicFrameMk id="15" creationId="{00000000-0000-0000-0000-000000000000}"/>
          </ac:graphicFrameMkLst>
        </pc:graphicFrameChg>
      </pc:sldChg>
      <pc:sldChg chg="addSp delSp modSp">
        <pc:chgData name="Иветта Новикова" userId="e708aafe7de06156" providerId="LiveId" clId="{2FF25DA8-9195-4E08-A338-7CBA99BD01D5}" dt="2018-03-08T15:31:17.528" v="174" actId="14100"/>
        <pc:sldMkLst>
          <pc:docMk/>
          <pc:sldMk cId="1790329702" sldId="278"/>
        </pc:sldMkLst>
        <pc:spChg chg="del">
          <ac:chgData name="Иветта Новикова" userId="e708aafe7de06156" providerId="LiveId" clId="{2FF25DA8-9195-4E08-A338-7CBA99BD01D5}" dt="2018-03-08T15:30:00.909" v="166" actId="478"/>
          <ac:spMkLst>
            <pc:docMk/>
            <pc:sldMk cId="1790329702" sldId="278"/>
            <ac:spMk id="5" creationId="{00000000-0000-0000-0000-000000000000}"/>
          </ac:spMkLst>
        </pc:spChg>
        <pc:spChg chg="add">
          <ac:chgData name="Иветта Новикова" userId="e708aafe7de06156" providerId="LiveId" clId="{2FF25DA8-9195-4E08-A338-7CBA99BD01D5}" dt="2018-03-08T15:30:24.252" v="169" actId="14100"/>
          <ac:spMkLst>
            <pc:docMk/>
            <pc:sldMk cId="1790329702" sldId="278"/>
            <ac:spMk id="13" creationId="{FF1D6E4E-22BC-4DF0-8518-5901ECD15780}"/>
          </ac:spMkLst>
        </pc:spChg>
        <pc:graphicFrameChg chg="mod modGraphic">
          <ac:chgData name="Иветта Новикова" userId="e708aafe7de06156" providerId="LiveId" clId="{2FF25DA8-9195-4E08-A338-7CBA99BD01D5}" dt="2018-03-08T15:31:17.528" v="174" actId="14100"/>
          <ac:graphicFrameMkLst>
            <pc:docMk/>
            <pc:sldMk cId="1790329702" sldId="278"/>
            <ac:graphicFrameMk id="14" creationId="{00000000-0000-0000-0000-000000000000}"/>
          </ac:graphicFrameMkLst>
        </pc:graphicFrameChg>
      </pc:sldChg>
      <pc:sldChg chg="addSp delSp modSp">
        <pc:chgData name="Иветта Новикова" userId="e708aafe7de06156" providerId="LiveId" clId="{2FF25DA8-9195-4E08-A338-7CBA99BD01D5}" dt="2018-03-08T15:39:59.932" v="210" actId="14100"/>
        <pc:sldMkLst>
          <pc:docMk/>
          <pc:sldMk cId="1313422727" sldId="279"/>
        </pc:sldMkLst>
        <pc:spChg chg="del">
          <ac:chgData name="Иветта Новикова" userId="e708aafe7de06156" providerId="LiveId" clId="{2FF25DA8-9195-4E08-A338-7CBA99BD01D5}" dt="2018-03-08T15:31:24.464" v="175" actId="478"/>
          <ac:spMkLst>
            <pc:docMk/>
            <pc:sldMk cId="1313422727" sldId="279"/>
            <ac:spMk id="5" creationId="{00000000-0000-0000-0000-000000000000}"/>
          </ac:spMkLst>
        </pc:spChg>
        <pc:spChg chg="add">
          <ac:chgData name="Иветта Новикова" userId="e708aafe7de06156" providerId="LiveId" clId="{2FF25DA8-9195-4E08-A338-7CBA99BD01D5}" dt="2018-03-08T15:37:35.352" v="186" actId="14100"/>
          <ac:spMkLst>
            <pc:docMk/>
            <pc:sldMk cId="1313422727" sldId="279"/>
            <ac:spMk id="14" creationId="{0FF2D4C3-F942-46B6-A636-3F352EEB153F}"/>
          </ac:spMkLst>
        </pc:spChg>
        <pc:graphicFrameChg chg="mod modGraphic">
          <ac:chgData name="Иветта Новикова" userId="e708aafe7de06156" providerId="LiveId" clId="{2FF25DA8-9195-4E08-A338-7CBA99BD01D5}" dt="2018-03-08T15:39:59.932" v="210" actId="14100"/>
          <ac:graphicFrameMkLst>
            <pc:docMk/>
            <pc:sldMk cId="1313422727" sldId="279"/>
            <ac:graphicFrameMk id="13" creationId="{00000000-0000-0000-0000-000000000000}"/>
          </ac:graphicFrameMkLst>
        </pc:graphicFrameChg>
      </pc:sldChg>
      <pc:sldChg chg="modSp">
        <pc:chgData name="Иветта Новикова" userId="e708aafe7de06156" providerId="LiveId" clId="{2FF25DA8-9195-4E08-A338-7CBA99BD01D5}" dt="2018-03-08T15:16:44.436" v="116" actId="14100"/>
        <pc:sldMkLst>
          <pc:docMk/>
          <pc:sldMk cId="2521415728" sldId="283"/>
        </pc:sldMkLst>
        <pc:graphicFrameChg chg="mod modGraphic">
          <ac:chgData name="Иветта Новикова" userId="e708aafe7de06156" providerId="LiveId" clId="{2FF25DA8-9195-4E08-A338-7CBA99BD01D5}" dt="2018-03-08T15:16:44.436" v="116" actId="14100"/>
          <ac:graphicFrameMkLst>
            <pc:docMk/>
            <pc:sldMk cId="2521415728" sldId="283"/>
            <ac:graphicFrameMk id="9" creationId="{00000000-0000-0000-0000-000000000000}"/>
          </ac:graphicFrameMkLst>
        </pc:graphicFrameChg>
      </pc:sldChg>
      <pc:sldChg chg="addSp delSp modSp add">
        <pc:chgData name="Иветта Новикова" userId="e708aafe7de06156" providerId="LiveId" clId="{2FF25DA8-9195-4E08-A338-7CBA99BD01D5}" dt="2018-03-08T15:11:51.908" v="113" actId="1076"/>
        <pc:sldMkLst>
          <pc:docMk/>
          <pc:sldMk cId="1997619959" sldId="284"/>
        </pc:sldMkLst>
        <pc:spChg chg="add del">
          <ac:chgData name="Иветта Новикова" userId="e708aafe7de06156" providerId="LiveId" clId="{2FF25DA8-9195-4E08-A338-7CBA99BD01D5}" dt="2018-03-08T15:11:37.875" v="109" actId="478"/>
          <ac:spMkLst>
            <pc:docMk/>
            <pc:sldMk cId="1997619959" sldId="284"/>
            <ac:spMk id="4" creationId="{79254251-81C9-42C1-9875-4AD7EAC3AAFD}"/>
          </ac:spMkLst>
        </pc:spChg>
        <pc:spChg chg="add">
          <ac:chgData name="Иветта Новикова" userId="e708aafe7de06156" providerId="LiveId" clId="{2FF25DA8-9195-4E08-A338-7CBA99BD01D5}" dt="2018-03-08T15:11:41.642" v="110" actId="1076"/>
          <ac:spMkLst>
            <pc:docMk/>
            <pc:sldMk cId="1997619959" sldId="284"/>
            <ac:spMk id="7" creationId="{FBF19708-43E9-403E-A3FD-3C40619E036D}"/>
          </ac:spMkLst>
        </pc:spChg>
        <pc:graphicFrameChg chg="mod">
          <ac:chgData name="Иветта Новикова" userId="e708aafe7de06156" providerId="LiveId" clId="{2FF25DA8-9195-4E08-A338-7CBA99BD01D5}" dt="2018-03-08T15:11:51.908" v="113" actId="1076"/>
          <ac:graphicFrameMkLst>
            <pc:docMk/>
            <pc:sldMk cId="1997619959" sldId="284"/>
            <ac:graphicFrameMk id="9" creationId="{00000000-0000-0000-0000-000000000000}"/>
          </ac:graphicFrameMkLst>
        </pc:graphicFrameChg>
      </pc:sldChg>
      <pc:sldChg chg="add">
        <pc:chgData name="Иветта Новикова" userId="e708aafe7de06156" providerId="LiveId" clId="{2FF25DA8-9195-4E08-A338-7CBA99BD01D5}" dt="2018-03-08T15:46:38.961" v="213" actId="478"/>
        <pc:sldMkLst>
          <pc:docMk/>
          <pc:sldMk cId="578998847" sldId="285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5.v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6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7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8.v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9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25683" y="1848906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Формирование структуры</a:t>
            </a:r>
            <a:br>
              <a:rPr lang="ru-RU" sz="3600" b="1" dirty="0"/>
            </a:br>
            <a:r>
              <a:rPr lang="ru-RU" sz="3600" b="1" dirty="0"/>
              <a:t>мастер-бюджетов</a:t>
            </a:r>
            <a:endParaRPr lang="ru-RU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898947" y="4041725"/>
            <a:ext cx="496855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Павел Боровков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/>
              <a:t>генеральный директор </a:t>
            </a:r>
            <a:r>
              <a:rPr lang="ru-RU" sz="1400" dirty="0"/>
              <a:t>«Партнеры и Боровков»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8" name="Изображение 2">
            <a:extLst>
              <a:ext uri="{FF2B5EF4-FFF2-40B4-BE49-F238E27FC236}">
                <a16:creationId xmlns:a16="http://schemas.microsoft.com/office/drawing/2014/main" xmlns="" id="{0BAD39E8-BB2A-4CB7-A826-455B9ECB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08" y="3451939"/>
            <a:ext cx="1060311" cy="109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270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00101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1. Выделение функциональных областей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094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pic>
        <p:nvPicPr>
          <p:cNvPr id="10" name="Picture 3" descr="Оргзвенья-Функц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699" y="901667"/>
            <a:ext cx="3857625" cy="33861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316600" y="1350232"/>
            <a:ext cx="2949980" cy="646331"/>
          </a:xfrm>
          <a:prstGeom prst="rect">
            <a:avLst/>
          </a:prstGeom>
          <a:solidFill>
            <a:schemeClr val="bg1">
              <a:lumMod val="85000"/>
              <a:alpha val="70195"/>
            </a:schemeClr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cs typeface="Times New Roman" pitchFamily="18" charset="0"/>
              </a:rPr>
              <a:t>Функциональный бюджет</a:t>
            </a:r>
            <a:r>
              <a:rPr lang="ru-RU" sz="1200" dirty="0">
                <a:solidFill>
                  <a:srgbClr val="000000"/>
                </a:solidFill>
                <a:cs typeface="Times New Roman" pitchFamily="18" charset="0"/>
              </a:rPr>
              <a:t> – описывает определенную сторону деятельности Компании (функциональную область)</a:t>
            </a: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5316600" y="3199880"/>
            <a:ext cx="2949980" cy="830997"/>
          </a:xfrm>
          <a:prstGeom prst="rect">
            <a:avLst/>
          </a:prstGeom>
          <a:solidFill>
            <a:schemeClr val="bg1">
              <a:lumMod val="85000"/>
              <a:alpha val="70195"/>
            </a:schemeClr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cs typeface="Times New Roman" pitchFamily="18" charset="0"/>
              </a:rPr>
              <a:t>Операционный бюджет</a:t>
            </a:r>
            <a:r>
              <a:rPr lang="ru-RU" sz="1200" dirty="0">
                <a:solidFill>
                  <a:srgbClr val="000000"/>
                </a:solidFill>
                <a:cs typeface="Times New Roman" pitchFamily="18" charset="0"/>
              </a:rPr>
              <a:t> – описывает хозяйственные операции обособленного подразделения Компании (ЦФО). Каждый ЦФО ведет свой операционный бюджет</a:t>
            </a:r>
          </a:p>
        </p:txBody>
      </p:sp>
    </p:spTree>
    <p:extLst>
      <p:ext uri="{BB962C8B-B14F-4D97-AF65-F5344CB8AC3E}">
        <p14:creationId xmlns:p14="http://schemas.microsoft.com/office/powerpoint/2010/main" xmlns="" val="178989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9980267"/>
              </p:ext>
            </p:extLst>
          </p:nvPr>
        </p:nvGraphicFramePr>
        <p:xfrm>
          <a:off x="605118" y="1183011"/>
          <a:ext cx="8081680" cy="35638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02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052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1053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31735">
                <a:tc rowSpan="2"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Область деятельности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 anchor="ctr"/>
                </a:tc>
                <a:tc gridSpan="3"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Функциональные бюджеты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179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tabLst>
                          <a:tab pos="247650" algn="l"/>
                          <a:tab pos="417830" algn="ctr"/>
                        </a:tabLst>
                      </a:pPr>
                      <a:r>
                        <a:rPr lang="ru-RU" sz="900" b="1" dirty="0">
                          <a:effectLst/>
                        </a:rPr>
                        <a:t>НС</a:t>
                      </a:r>
                      <a:endParaRPr lang="ru-RU" sz="9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tabLst>
                          <a:tab pos="247650" algn="l"/>
                          <a:tab pos="417830" algn="ctr"/>
                        </a:tabLst>
                      </a:pPr>
                      <a:r>
                        <a:rPr lang="ru-RU" sz="900" b="1" dirty="0">
                          <a:effectLst/>
                        </a:rPr>
                        <a:t>БДР</a:t>
                      </a:r>
                      <a:endParaRPr lang="ru-RU" sz="9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900" b="1" dirty="0">
                          <a:effectLst/>
                        </a:rPr>
                        <a:t>БДДС</a:t>
                      </a:r>
                      <a:endParaRPr lang="ru-RU" sz="9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8886">
                <a:tc>
                  <a:txBody>
                    <a:bodyPr/>
                    <a:lstStyle/>
                    <a:p>
                      <a:pPr marL="0" lvl="0" indent="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Продажи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продаж</a:t>
                      </a:r>
                    </a:p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остатков готовой продукции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доходов от продаж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поступлений от продаж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1949">
                <a:tc>
                  <a:txBody>
                    <a:bodyPr/>
                    <a:lstStyle/>
                    <a:p>
                      <a:pPr marL="0" lvl="0" indent="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Производство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производства </a:t>
                      </a:r>
                    </a:p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потребностей в сырье и материалах</a:t>
                      </a:r>
                    </a:p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остатков НЗП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 rowSpan="2"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прямых производственных расходов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 rowSpan="2"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оплат прямых производственных расходов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1949">
                <a:tc>
                  <a:txBody>
                    <a:bodyPr/>
                    <a:lstStyle/>
                    <a:p>
                      <a:pPr marL="0" lvl="0" indent="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Закупки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остатков сырья и материалов</a:t>
                      </a:r>
                    </a:p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закупок сырья и материалов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5822">
                <a:tc>
                  <a:txBody>
                    <a:bodyPr/>
                    <a:lstStyle/>
                    <a:p>
                      <a:pPr marL="0" lvl="0" indent="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Администрирование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административных закупок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административных расходов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оплат административных расходов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11665">
                <a:tc>
                  <a:txBody>
                    <a:bodyPr/>
                    <a:lstStyle/>
                    <a:p>
                      <a:pPr marL="0" lvl="0" indent="0" algn="just"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Прочее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закупок ОС и НМА</a:t>
                      </a:r>
                    </a:p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реализации ОС и НМА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доходов и расходов по финансовой деятельности</a:t>
                      </a:r>
                    </a:p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доходов и расходов по инвестиционной деятельности</a:t>
                      </a:r>
                    </a:p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доходов и расходов по прочей деятельности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tc>
                  <a:txBody>
                    <a:bodyPr/>
                    <a:lstStyle/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поступлений и выплат по финансовой деятельности</a:t>
                      </a:r>
                    </a:p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поступлений и выплат по инвестиционной деятельности</a:t>
                      </a:r>
                    </a:p>
                    <a:p>
                      <a:pPr marL="180975" lvl="0" indent="-180975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900" dirty="0">
                          <a:effectLst/>
                        </a:rPr>
                        <a:t>Бюджет поступлений и выплат по прочей деятельности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37161" marR="37161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5614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graphicFrame>
        <p:nvGraphicFramePr>
          <p:cNvPr id="9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175370392"/>
              </p:ext>
            </p:extLst>
          </p:nvPr>
        </p:nvGraphicFramePr>
        <p:xfrm>
          <a:off x="628651" y="1258081"/>
          <a:ext cx="7886698" cy="3535680"/>
        </p:xfrm>
        <a:graphic>
          <a:graphicData uri="http://schemas.openxmlformats.org/drawingml/2006/table">
            <a:tbl>
              <a:tblPr/>
              <a:tblGrid>
                <a:gridCol w="13922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623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21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4047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Система бюджетов и показателей по уровням финансовой структуры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4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Уровень фин.  структуры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Виды документов бюджетной структуры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Задачи данного уровня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0477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ЦИ / ЦП</a:t>
                      </a:r>
                      <a:endParaRPr kumimoji="0" lang="ru-RU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КПЭ / Бюджетные задания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Установление целей и лимитов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904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Консолидированные БДР, БДДС и Баланс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Проверка плановых и фактических результатов деятельности на соответствие КПЭ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Корректировка бюджетов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904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ЦП / ЦМД</a:t>
                      </a:r>
                      <a:endParaRPr kumimoji="0" lang="ru-RU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Функциональные бюджеты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Анализ и корректировка результатов деятельности по функциональным областям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Составление Консолидированных бюджетов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47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ЦД и ЦЗ</a:t>
                      </a:r>
                      <a:endParaRPr kumimoji="0" lang="ru-RU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Операционные бюджеты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Анализ и корректировка результатов деятельности по ЦФО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Составление Функциональных бюджетов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0619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ЦД и ЦЗ / ЦФУ/ МВЗ</a:t>
                      </a:r>
                      <a:endParaRPr kumimoji="0" lang="ru-RU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Внебюджетные документы: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Договоры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Прогнозы продаж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Производственные планы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Планы НИОКР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Заявки на расходование ДС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Штатные расписания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Подготовка и обоснование данных для составления Операционных бюджетов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0918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899260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2. Структурирование управленческого ОПУ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868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03807487"/>
              </p:ext>
            </p:extLst>
          </p:nvPr>
        </p:nvGraphicFramePr>
        <p:xfrm>
          <a:off x="2507876" y="625301"/>
          <a:ext cx="4350125" cy="4215638"/>
        </p:xfrm>
        <a:graphic>
          <a:graphicData uri="http://schemas.openxmlformats.org/presentationml/2006/ole">
            <p:oleObj spid="_x0000_s1026" name="Visio" r:id="rId3" imgW="5274013" imgH="6655279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421709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6190430"/>
              </p:ext>
            </p:extLst>
          </p:nvPr>
        </p:nvGraphicFramePr>
        <p:xfrm>
          <a:off x="2751926" y="655177"/>
          <a:ext cx="4292321" cy="4055616"/>
        </p:xfrm>
        <a:graphic>
          <a:graphicData uri="http://schemas.openxmlformats.org/presentationml/2006/ole">
            <p:oleObj spid="_x0000_s2050" name="Visio" r:id="rId3" imgW="6378372" imgH="6026629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16402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44185383"/>
              </p:ext>
            </p:extLst>
          </p:nvPr>
        </p:nvGraphicFramePr>
        <p:xfrm>
          <a:off x="583483" y="1280061"/>
          <a:ext cx="3184941" cy="3009304"/>
        </p:xfrm>
        <a:graphic>
          <a:graphicData uri="http://schemas.openxmlformats.org/presentationml/2006/ole">
            <p:oleObj spid="_x0000_s3074" name="Visio" r:id="rId3" imgW="6378372" imgH="6026629" progId="">
              <p:embed/>
            </p:oleObj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FBF19708-43E9-403E-A3FD-3C40619E036D}"/>
              </a:ext>
            </a:extLst>
          </p:cNvPr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7619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29187977"/>
              </p:ext>
            </p:extLst>
          </p:nvPr>
        </p:nvGraphicFramePr>
        <p:xfrm>
          <a:off x="583483" y="1118398"/>
          <a:ext cx="3755572" cy="3188822"/>
        </p:xfrm>
        <a:graphic>
          <a:graphicData uri="http://schemas.openxmlformats.org/presentationml/2006/ole">
            <p:oleObj spid="_x0000_s4098" name="Visio" r:id="rId3" imgW="7092193" imgH="6026419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740696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42842885"/>
              </p:ext>
            </p:extLst>
          </p:nvPr>
        </p:nvGraphicFramePr>
        <p:xfrm>
          <a:off x="532936" y="1347606"/>
          <a:ext cx="4961627" cy="2849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18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797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Оборотный показатель ОПУ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Финансовый результат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+ Доходы по основной деятельности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rowSpan="4"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Маржинальный доход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- Прямые расходы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+ Доходы по прочей деятельности ЦМД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- Расходы по прочей деятельности ЦМД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- Косвенные расходы бизнес-направлений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Вклад на покрытие общефирменных затрат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- Общефирменные затраты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Операционная прибыль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+ Доходы по финансовой деятельности Компании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rowSpan="6"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Чистая прибыль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- Расходы по финансовой деятельности Компании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+ Доходы по инвестиционной деятельности Компании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- Расходы по инвестиционной деятельности Компании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+ Доходы по прочей деятельности Компании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- Расходы по прочей деятельности Компании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2141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964574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3. Классификация статей бюджетов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785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45251075"/>
              </p:ext>
            </p:extLst>
          </p:nvPr>
        </p:nvGraphicFramePr>
        <p:xfrm>
          <a:off x="647237" y="1156454"/>
          <a:ext cx="4119130" cy="3697928"/>
        </p:xfrm>
        <a:graphic>
          <a:graphicData uri="http://schemas.openxmlformats.org/presentationml/2006/ole">
            <p:oleObj spid="_x0000_s5122" name="Visio" r:id="rId3" imgW="6982568" imgH="7029989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057625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361603833"/>
              </p:ext>
            </p:extLst>
          </p:nvPr>
        </p:nvGraphicFramePr>
        <p:xfrm>
          <a:off x="601403" y="1143003"/>
          <a:ext cx="4239538" cy="3597085"/>
        </p:xfrm>
        <a:graphic>
          <a:graphicData uri="http://schemas.openxmlformats.org/presentationml/2006/ole">
            <p:oleObj spid="_x0000_s6146" name="Visio" r:id="rId3" imgW="7575415" imgH="7000066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541146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30000275"/>
              </p:ext>
            </p:extLst>
          </p:nvPr>
        </p:nvGraphicFramePr>
        <p:xfrm>
          <a:off x="2541489" y="645462"/>
          <a:ext cx="5352381" cy="4213735"/>
        </p:xfrm>
        <a:graphic>
          <a:graphicData uri="http://schemas.openxmlformats.org/presentationml/2006/ole">
            <p:oleObj spid="_x0000_s7170" name="Visio" r:id="rId3" imgW="7581630" imgH="7231901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885134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92706072"/>
              </p:ext>
            </p:extLst>
          </p:nvPr>
        </p:nvGraphicFramePr>
        <p:xfrm>
          <a:off x="482630" y="1135110"/>
          <a:ext cx="4809554" cy="3692380"/>
        </p:xfrm>
        <a:graphic>
          <a:graphicData uri="http://schemas.openxmlformats.org/presentationml/2006/ole">
            <p:oleObj spid="_x0000_s8194" name="Visio" r:id="rId3" imgW="9144000" imgH="6879566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621196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915588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4. Распределение статей по бюджетам и ЦФО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27067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54671039"/>
              </p:ext>
            </p:extLst>
          </p:nvPr>
        </p:nvGraphicFramePr>
        <p:xfrm>
          <a:off x="583484" y="1340815"/>
          <a:ext cx="4338140" cy="1264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50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830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Бюджет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Статьи БДР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000" dirty="0">
                          <a:effectLst/>
                        </a:rPr>
                        <a:t>Бюджет доходов от продаж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00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1.1. Доходы от оптовой реализации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8000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1.2. Доходы от розничной реализации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000" dirty="0">
                          <a:effectLst/>
                        </a:rPr>
                        <a:t>Бюджет прямых производственных расходов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00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2.1.1. Амортизация производственная прямая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8000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2.1.2. Стоимость закупленных сырья и материалов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8000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2.1.3. Заработная плата основных производственных рабочих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…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…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21488656"/>
              </p:ext>
            </p:extLst>
          </p:nvPr>
        </p:nvGraphicFramePr>
        <p:xfrm>
          <a:off x="583483" y="2761752"/>
          <a:ext cx="4338141" cy="15316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51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130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Бюджет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Статьи БДДС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000" dirty="0">
                          <a:effectLst/>
                        </a:rPr>
                        <a:t>Бюджет поступлений от продаж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00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1.1.1. Поступления от оптовой реализации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8000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1.1.2. Поступления от розничной реализации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000" dirty="0">
                          <a:effectLst/>
                        </a:rPr>
                        <a:t>Бюджет оплат прямых производственных расходов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000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1.2.1. Выплата з/п производственных рабочих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8000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1.2.2. Оплата закупленных сырья и материалов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…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…</a:t>
                      </a:r>
                      <a:endParaRPr lang="ru-RU" sz="1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59277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59683268"/>
              </p:ext>
            </p:extLst>
          </p:nvPr>
        </p:nvGraphicFramePr>
        <p:xfrm>
          <a:off x="583483" y="1507687"/>
          <a:ext cx="4502987" cy="27407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25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951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52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ЦФО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Бюджеты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900" b="1" dirty="0">
                          <a:effectLst/>
                        </a:rPr>
                        <a:t>Наименование</a:t>
                      </a:r>
                      <a:endParaRPr lang="ru-RU" sz="9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900" b="1" dirty="0">
                          <a:effectLst/>
                        </a:rPr>
                        <a:t>Тип</a:t>
                      </a:r>
                      <a:endParaRPr lang="ru-RU" sz="9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ЦИ/ЦП «Компания»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9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ЦМД «Линейка 1»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9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0" lvl="2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ЦМД «Продукт 1.1.»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9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9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1371600" lvl="3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ЦД «Продукт 1.1.»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900" dirty="0">
                          <a:effectLst/>
                        </a:rPr>
                        <a:t>Бюджет продаж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НС</a:t>
                      </a:r>
                      <a:endParaRPr lang="ru-RU" sz="9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900" dirty="0">
                          <a:effectLst/>
                        </a:rPr>
                        <a:t>Бюджет остатков ГП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НС</a:t>
                      </a:r>
                      <a:endParaRPr lang="ru-RU" sz="9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900" dirty="0">
                          <a:effectLst/>
                        </a:rPr>
                        <a:t>Бюджет доходов от продаж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БДР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900" dirty="0">
                          <a:effectLst/>
                        </a:rPr>
                        <a:t>Бюджет поступлений от продаж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БДДС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1371600" lvl="3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900" dirty="0">
                          <a:effectLst/>
                        </a:rPr>
                        <a:t>ЦЗ «Продукт 1.1.»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900" dirty="0">
                          <a:effectLst/>
                        </a:rPr>
                        <a:t>Бюджет производства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НС</a:t>
                      </a:r>
                      <a:endParaRPr lang="ru-RU" sz="9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900" dirty="0">
                          <a:effectLst/>
                        </a:rPr>
                        <a:t>Бюджет потребностей в сырье и материалах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НС</a:t>
                      </a:r>
                      <a:endParaRPr lang="ru-RU" sz="9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900" dirty="0">
                          <a:effectLst/>
                        </a:rPr>
                        <a:t>Бюджет остатков незавершенного производства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НС</a:t>
                      </a:r>
                      <a:endParaRPr lang="ru-RU" sz="9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4160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900" dirty="0">
                          <a:effectLst/>
                        </a:rPr>
                        <a:t>Бюджет прямых производственных расходов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БДР</a:t>
                      </a:r>
                      <a:endParaRPr lang="ru-RU" sz="9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4160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900" dirty="0">
                          <a:effectLst/>
                        </a:rPr>
                        <a:t>Бюджет оплат прямых расходов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БДДС</a:t>
                      </a:r>
                      <a:endParaRPr lang="ru-RU" sz="9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…</a:t>
                      </a:r>
                      <a:endParaRPr lang="ru-RU" sz="9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…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…</a:t>
                      </a:r>
                      <a:endParaRPr lang="ru-RU" sz="9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FF1D6E4E-22BC-4DF0-8518-5901ECD15780}"/>
              </a:ext>
            </a:extLst>
          </p:cNvPr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90329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96062818"/>
              </p:ext>
            </p:extLst>
          </p:nvPr>
        </p:nvGraphicFramePr>
        <p:xfrm>
          <a:off x="440234" y="1300816"/>
          <a:ext cx="4931866" cy="28711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37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064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0168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2463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ЦФО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Бюджеты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Статьи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067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600" dirty="0">
                          <a:effectLst/>
                        </a:rPr>
                        <a:t>ЦИ/ЦП «Компания»</a:t>
                      </a:r>
                      <a:endParaRPr lang="ru-RU" sz="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0672">
                <a:tc>
                  <a:txBody>
                    <a:bodyPr/>
                    <a:lstStyle/>
                    <a:p>
                      <a:pPr marL="180000" lvl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600" dirty="0">
                          <a:effectLst/>
                        </a:rPr>
                        <a:t>ЦМД «Линейка 1»</a:t>
                      </a:r>
                      <a:endParaRPr lang="ru-RU" sz="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87425">
                <a:tc>
                  <a:txBody>
                    <a:bodyPr/>
                    <a:lstStyle/>
                    <a:p>
                      <a:pPr marL="360000" lvl="2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600" dirty="0">
                          <a:effectLst/>
                        </a:rPr>
                        <a:t>ЦМД «Продукт 1.1.»</a:t>
                      </a:r>
                      <a:endParaRPr lang="ru-RU" sz="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4604">
                <a:tc rowSpan="6">
                  <a:txBody>
                    <a:bodyPr/>
                    <a:lstStyle/>
                    <a:p>
                      <a:pPr marL="0" lvl="3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600" dirty="0">
                          <a:effectLst/>
                        </a:rPr>
                        <a:t>ЦД «Продукт 1.1.»</a:t>
                      </a:r>
                      <a:endParaRPr lang="ru-RU" sz="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800" dirty="0">
                          <a:effectLst/>
                        </a:rPr>
                        <a:t>Бюджет продаж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-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460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800" dirty="0">
                          <a:effectLst/>
                        </a:rPr>
                        <a:t>Бюджет остатков ГП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-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574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800" dirty="0">
                          <a:effectLst/>
                        </a:rPr>
                        <a:t>Бюджет доходов от продаж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1.1. Доходы от оптовой реализации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2574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1.2. Доходы от розничной реализации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2574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800" dirty="0">
                          <a:effectLst/>
                        </a:rPr>
                        <a:t>Бюджет поступлений от продаж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1.1.1. Поступления от оптовой реализации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574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1.1.2. Поступления от розничной реализации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44604">
                <a:tc rowSpan="8">
                  <a:txBody>
                    <a:bodyPr/>
                    <a:lstStyle/>
                    <a:p>
                      <a:pPr marL="0" lvl="3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600" dirty="0">
                          <a:effectLst/>
                        </a:rPr>
                        <a:t>ЦЗ «Продукт 1.1.»</a:t>
                      </a:r>
                      <a:endParaRPr lang="ru-RU" sz="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800" dirty="0">
                          <a:effectLst/>
                        </a:rPr>
                        <a:t>Бюджет производства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-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892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800" dirty="0">
                          <a:effectLst/>
                        </a:rPr>
                        <a:t>Бюджет потребностей в сырье и материалах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-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4460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800" dirty="0">
                          <a:effectLst/>
                        </a:rPr>
                        <a:t>Бюджет остатков НЗП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-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6297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800" dirty="0">
                          <a:effectLst/>
                        </a:rPr>
                        <a:t>Бюджет прямых производственных расходов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2.1.1. Амортизация производственная прямая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4946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2.1.2. Стоимость закупленных сырья и материалов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2574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2.1.3. ЗП основных производственных рабочих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6297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ru-RU" sz="800" dirty="0">
                          <a:effectLst/>
                        </a:rPr>
                        <a:t>Бюджет оплат прямых расходов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1.2.1. Выплата з/п производственных рабочих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2623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1.2.2. Оплата закупленных сырья и материалов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39714"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…</a:t>
                      </a:r>
                      <a:endParaRPr lang="ru-RU" sz="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…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…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0947" marR="40947" marT="0" marB="0"/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</a:tbl>
          </a:graphicData>
        </a:graphic>
      </p:graphicFrame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0FF2D4C3-F942-46B6-A636-3F352EEB153F}"/>
              </a:ext>
            </a:extLst>
          </p:cNvPr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3422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94824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5. Подготовка окончательной схемы мастер-бюджетов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37202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95508400"/>
              </p:ext>
            </p:extLst>
          </p:nvPr>
        </p:nvGraphicFramePr>
        <p:xfrm>
          <a:off x="637774" y="1191200"/>
          <a:ext cx="3770385" cy="3057202"/>
        </p:xfrm>
        <a:graphic>
          <a:graphicData uri="http://schemas.openxmlformats.org/presentationml/2006/ole">
            <p:oleObj spid="_x0000_s9218" name="Visio" r:id="rId3" imgW="8615734" imgH="6986048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4026169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643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Формирование структуры мастер-бюджетов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/>
          </p:nvPr>
        </p:nvGraphicFramePr>
        <p:xfrm>
          <a:off x="637774" y="1191200"/>
          <a:ext cx="3770385" cy="3057202"/>
        </p:xfrm>
        <a:graphic>
          <a:graphicData uri="http://schemas.openxmlformats.org/presentationml/2006/ole">
            <p:oleObj spid="_x0000_s10242" name="Visio" r:id="rId3" imgW="8615734" imgH="6986048" progId="">
              <p:embed/>
            </p:oleObj>
          </a:graphicData>
        </a:graphic>
      </p:graphicFrame>
      <p:pic>
        <p:nvPicPr>
          <p:cNvPr id="9" name="Picture 7" descr="list2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 rot="20225589">
            <a:off x="3283602" y="2758750"/>
            <a:ext cx="1364265" cy="1991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57899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1777</TotalTime>
  <Words>721</Words>
  <Application>Microsoft Office PowerPoint</Application>
  <PresentationFormat>Экран (16:9)</PresentationFormat>
  <Paragraphs>212</Paragraphs>
  <Slides>23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Visio</vt:lpstr>
      <vt:lpstr>Формирование структуры мастер-бюджетов</vt:lpstr>
      <vt:lpstr>Шаг 1. Выделение функциональных областей</vt:lpstr>
      <vt:lpstr>Слайд 3</vt:lpstr>
      <vt:lpstr>Слайд 4</vt:lpstr>
      <vt:lpstr>Слайд 5</vt:lpstr>
      <vt:lpstr>Шаг 2. Структурирование управленческого ОПУ</vt:lpstr>
      <vt:lpstr>Слайд 7</vt:lpstr>
      <vt:lpstr>Слайд 8</vt:lpstr>
      <vt:lpstr>Слайд 9</vt:lpstr>
      <vt:lpstr>Слайд 10</vt:lpstr>
      <vt:lpstr>Слайд 11</vt:lpstr>
      <vt:lpstr>Шаг 3. Классификация статей бюджетов</vt:lpstr>
      <vt:lpstr>Слайд 13</vt:lpstr>
      <vt:lpstr>Слайд 14</vt:lpstr>
      <vt:lpstr>Слайд 15</vt:lpstr>
      <vt:lpstr>Слайд 16</vt:lpstr>
      <vt:lpstr>Шаг 4. Распределение статей по бюджетам и ЦФО</vt:lpstr>
      <vt:lpstr>Слайд 18</vt:lpstr>
      <vt:lpstr>Слайд 19</vt:lpstr>
      <vt:lpstr>Слайд 20</vt:lpstr>
      <vt:lpstr>Шаг 5. Подготовка окончательной схемы мастер-бюджетов</vt:lpstr>
      <vt:lpstr>Слайд 22</vt:lpstr>
      <vt:lpstr>Слайд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116</cp:revision>
  <dcterms:created xsi:type="dcterms:W3CDTF">2018-01-12T10:39:47Z</dcterms:created>
  <dcterms:modified xsi:type="dcterms:W3CDTF">2018-12-19T07:23:03Z</dcterms:modified>
</cp:coreProperties>
</file>