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diagrams/quickStyle3.xml" ContentType="application/vnd.openxmlformats-officedocument.drawingml.diagramStyl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2"/>
  </p:notesMasterIdLst>
  <p:sldIdLst>
    <p:sldId id="261" r:id="rId5"/>
    <p:sldId id="282" r:id="rId6"/>
    <p:sldId id="298" r:id="rId7"/>
    <p:sldId id="300" r:id="rId8"/>
    <p:sldId id="299" r:id="rId9"/>
    <p:sldId id="301" r:id="rId10"/>
    <p:sldId id="302" r:id="rId11"/>
    <p:sldId id="306" r:id="rId12"/>
    <p:sldId id="303" r:id="rId13"/>
    <p:sldId id="304" r:id="rId14"/>
    <p:sldId id="305" r:id="rId15"/>
    <p:sldId id="307" r:id="rId16"/>
    <p:sldId id="308" r:id="rId17"/>
    <p:sldId id="310" r:id="rId18"/>
    <p:sldId id="311" r:id="rId19"/>
    <p:sldId id="312" r:id="rId20"/>
    <p:sldId id="313" r:id="rId21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732C0-D666-4B64-BD1C-38611FBCDD05}" v="3" dt="2018-05-16T08:35:37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874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73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CA88BD23-6668-47FF-BAD4-47C21F49CBBB}"/>
    <pc:docChg chg="undo custSel addSld delSld modSld sldOrd">
      <pc:chgData name="Иветта Новикова" userId="e708aafe7de06156" providerId="LiveId" clId="{CA88BD23-6668-47FF-BAD4-47C21F49CBBB}" dt="2018-03-13T15:24:01.068" v="2163" actId="20577"/>
      <pc:docMkLst>
        <pc:docMk/>
      </pc:docMkLst>
      <pc:sldChg chg="modSp">
        <pc:chgData name="Иветта Новикова" userId="e708aafe7de06156" providerId="LiveId" clId="{CA88BD23-6668-47FF-BAD4-47C21F49CBBB}" dt="2018-03-13T15:02:55.719" v="65" actId="1076"/>
        <pc:sldMkLst>
          <pc:docMk/>
          <pc:sldMk cId="3165284890" sldId="261"/>
        </pc:sldMkLst>
        <pc:spChg chg="mod">
          <ac:chgData name="Иветта Новикова" userId="e708aafe7de06156" providerId="LiveId" clId="{CA88BD23-6668-47FF-BAD4-47C21F49CBBB}" dt="2018-03-13T15:02:55.719" v="65" actId="1076"/>
          <ac:spMkLst>
            <pc:docMk/>
            <pc:sldMk cId="3165284890" sldId="261"/>
            <ac:spMk id="8" creationId="{3566EB60-5257-494F-9E72-845827F2B1F6}"/>
          </ac:spMkLst>
        </pc:spChg>
        <pc:spChg chg="mod">
          <ac:chgData name="Иветта Новикова" userId="e708aafe7de06156" providerId="LiveId" clId="{CA88BD23-6668-47FF-BAD4-47C21F49CBBB}" dt="2018-03-13T14:53:03.259" v="53" actId="20577"/>
          <ac:spMkLst>
            <pc:docMk/>
            <pc:sldMk cId="3165284890" sldId="261"/>
            <ac:spMk id="11" creationId="{83B216AE-E002-4B69-8586-A1804C935C1E}"/>
          </ac:spMkLst>
        </pc:spChg>
      </pc:sldChg>
      <pc:sldChg chg="modSp">
        <pc:chgData name="Иветта Новикова" userId="e708aafe7de06156" providerId="LiveId" clId="{CA88BD23-6668-47FF-BAD4-47C21F49CBBB}" dt="2018-03-13T15:23:07.781" v="2134" actId="20577"/>
        <pc:sldMkLst>
          <pc:docMk/>
          <pc:sldMk cId="3756243833" sldId="282"/>
        </pc:sldMkLst>
        <pc:spChg chg="mod">
          <ac:chgData name="Иветта Новикова" userId="e708aafe7de06156" providerId="LiveId" clId="{CA88BD23-6668-47FF-BAD4-47C21F49CBBB}" dt="2018-03-13T15:23:07.781" v="2134" actId="20577"/>
          <ac:spMkLst>
            <pc:docMk/>
            <pc:sldMk cId="3756243833" sldId="282"/>
            <ac:spMk id="2" creationId="{00000000-0000-0000-0000-000000000000}"/>
          </ac:spMkLst>
        </pc:spChg>
        <pc:spChg chg="mod">
          <ac:chgData name="Иветта Новикова" userId="e708aafe7de06156" providerId="LiveId" clId="{CA88BD23-6668-47FF-BAD4-47C21F49CBBB}" dt="2018-03-13T15:03:10.526" v="111" actId="20577"/>
          <ac:spMkLst>
            <pc:docMk/>
            <pc:sldMk cId="3756243833" sldId="282"/>
            <ac:spMk id="6" creationId="{2902F4ED-CBF4-4160-9402-4D5CE2B437FE}"/>
          </ac:spMkLst>
        </pc:spChg>
      </pc:sldChg>
    </pc:docChg>
  </pc:docChgLst>
  <pc:docChgLst>
    <pc:chgData name="Иветта Новикова" userId="e708aafe7de06156" providerId="LiveId" clId="{33D732C0-D666-4B64-BD1C-38611FBCDD05}"/>
    <pc:docChg chg="modSld">
      <pc:chgData name="Иветта Новикова" userId="e708aafe7de06156" providerId="LiveId" clId="{33D732C0-D666-4B64-BD1C-38611FBCDD05}" dt="2018-05-16T08:35:37.911" v="2" actId="1076"/>
      <pc:docMkLst>
        <pc:docMk/>
      </pc:docMkLst>
      <pc:sldChg chg="modSp">
        <pc:chgData name="Иветта Новикова" userId="e708aafe7de06156" providerId="LiveId" clId="{33D732C0-D666-4B64-BD1C-38611FBCDD05}" dt="2018-05-16T08:35:37.911" v="2" actId="1076"/>
        <pc:sldMkLst>
          <pc:docMk/>
          <pc:sldMk cId="3165284890" sldId="261"/>
        </pc:sldMkLst>
        <pc:spChg chg="mod">
          <ac:chgData name="Иветта Новикова" userId="e708aafe7de06156" providerId="LiveId" clId="{33D732C0-D666-4B64-BD1C-38611FBCDD05}" dt="2018-05-16T08:35:37.911" v="2" actId="1076"/>
          <ac:spMkLst>
            <pc:docMk/>
            <pc:sldMk cId="3165284890" sldId="261"/>
            <ac:spMk id="11" creationId="{83B216AE-E002-4B69-8586-A1804C935C1E}"/>
          </ac:spMkLst>
        </pc:spChg>
      </pc:sldChg>
    </pc:docChg>
  </pc:docChgLst>
  <pc:docChgLst>
    <pc:chgData name="Иветта Новикова" userId="e708aafe7de06156" providerId="LiveId" clId="{C711B23B-AFDE-43EF-B86B-8AAD2B0716C7}"/>
    <pc:docChg chg="addSld modSld sldOrd">
      <pc:chgData name="Иветта Новикова" userId="e708aafe7de06156" providerId="LiveId" clId="{C711B23B-AFDE-43EF-B86B-8AAD2B0716C7}" dt="2018-03-18T10:37:45.416" v="72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38AE71-DDC4-4A66-997E-49AF61F8C28A}" type="doc">
      <dgm:prSet loTypeId="urn:microsoft.com/office/officeart/2005/8/layout/vList2" loCatId="list" qsTypeId="urn:microsoft.com/office/officeart/2005/8/quickstyle/simple3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668D13D-A9A0-41D7-A212-34DF8384633E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Оборачиваемость активов</a:t>
          </a:r>
          <a:endParaRPr lang="en-US" sz="11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3D421B1F-6D5B-4CEA-A834-5F1843A23300}" type="parTrans" cxnId="{62E1AB6A-46EA-4012-A6EE-E0235D3D57E8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ACE825AB-AB34-47FE-92D7-7E314D6241E9}" type="sibTrans" cxnId="{62E1AB6A-46EA-4012-A6EE-E0235D3D57E8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F05C512B-6644-4993-A3DF-9A40B1B82DB5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Возврат на вложенный капитал</a:t>
          </a:r>
          <a:r>
            <a:rPr lang="en-US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(ROCE)</a:t>
          </a:r>
        </a:p>
      </dgm:t>
    </dgm:pt>
    <dgm:pt modelId="{EE2AB45B-E668-4BB4-A277-9743F3CCCA64}" type="parTrans" cxnId="{B9F36F3F-E760-4B0B-B8DA-716247565AF0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7FBF0E2B-D4A9-4C29-A619-17DECEC59C9A}" type="sibTrans" cxnId="{B9F36F3F-E760-4B0B-B8DA-716247565AF0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9873B196-B605-439C-9D26-462101990C3B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Дебиторская задолженность в днях оборота</a:t>
          </a:r>
          <a:r>
            <a:rPr lang="en-US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 (DSO)</a:t>
          </a:r>
        </a:p>
      </dgm:t>
    </dgm:pt>
    <dgm:pt modelId="{E0611364-BD9C-4011-9B96-8D5E782D3F34}" type="parTrans" cxnId="{28369876-DB23-4D7A-99DE-FC138223EFF9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57481CF9-455A-47AE-8F40-198A7B2238C9}" type="sibTrans" cxnId="{28369876-DB23-4D7A-99DE-FC138223EFF9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D39D3A2F-7903-48E3-992C-645B13D2FF9B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Запасы в днях</a:t>
          </a:r>
          <a:r>
            <a:rPr lang="en-US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(DOH)</a:t>
          </a:r>
        </a:p>
      </dgm:t>
    </dgm:pt>
    <dgm:pt modelId="{D62FD463-4779-4D59-977D-B431775F6BBC}" type="parTrans" cxnId="{357A9661-FBBA-488D-BD96-758DC057919F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81429D0B-7341-4913-9CA8-758F46AD4773}" type="sibTrans" cxnId="{357A9661-FBBA-488D-BD96-758DC057919F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0AF8E2C7-A86B-4429-B715-E3A228603849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Средний период кредиторской задолженности</a:t>
          </a:r>
          <a:endParaRPr lang="en-US" sz="11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2FDE1F5C-89F3-4765-A4C7-51E9533BA639}" type="parTrans" cxnId="{0ECE243C-6E05-4FC1-A0FA-597A11249870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EC7C11E5-DEBE-4FD0-8CC2-1196899E7331}" type="sibTrans" cxnId="{0ECE243C-6E05-4FC1-A0FA-597A11249870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4EB3CA00-6676-4A17-B2FF-BCAB079677C7}">
      <dgm:prSet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Оборотный капитал в днях</a:t>
          </a:r>
          <a:endParaRPr lang="en-US" sz="11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563CBFBD-418C-44A8-BBFD-F5C30F290B9C}" type="parTrans" cxnId="{85B86F4C-631D-4A46-AAE6-1E1A330DAEC9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CDA8E4C8-8F4B-42D7-99A1-AD27826F2CE0}" type="sibTrans" cxnId="{85B86F4C-631D-4A46-AAE6-1E1A330DAEC9}">
      <dgm:prSet/>
      <dgm:spPr/>
      <dgm:t>
        <a:bodyPr/>
        <a:lstStyle/>
        <a:p>
          <a:endParaRPr lang="en-US" sz="110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7D7BC48B-0826-42FB-8033-F8848911B71E}" type="pres">
      <dgm:prSet presAssocID="{3138AE71-DDC4-4A66-997E-49AF61F8C28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7C11C7-C4B1-45E3-9C53-78A9AEC26FDE}" type="pres">
      <dgm:prSet presAssocID="{9668D13D-A9A0-41D7-A212-34DF8384633E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0FA508-8960-45A0-9E3A-3447D146F36A}" type="pres">
      <dgm:prSet presAssocID="{ACE825AB-AB34-47FE-92D7-7E314D6241E9}" presName="spacer" presStyleCnt="0"/>
      <dgm:spPr/>
    </dgm:pt>
    <dgm:pt modelId="{EB85BCD9-C448-478A-A5E7-BADB1371D781}" type="pres">
      <dgm:prSet presAssocID="{F05C512B-6644-4993-A3DF-9A40B1B82DB5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45FC07-11C7-4976-9AA1-86EDA39EA12F}" type="pres">
      <dgm:prSet presAssocID="{7FBF0E2B-D4A9-4C29-A619-17DECEC59C9A}" presName="spacer" presStyleCnt="0"/>
      <dgm:spPr/>
    </dgm:pt>
    <dgm:pt modelId="{DD69A505-81FA-4173-A690-3FE6B7B9C45C}" type="pres">
      <dgm:prSet presAssocID="{9873B196-B605-439C-9D26-462101990C3B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3A7135-C4F5-4021-80F1-DD16F0874186}" type="pres">
      <dgm:prSet presAssocID="{57481CF9-455A-47AE-8F40-198A7B2238C9}" presName="spacer" presStyleCnt="0"/>
      <dgm:spPr/>
    </dgm:pt>
    <dgm:pt modelId="{6AA15C7E-B593-4A56-82C4-D57391250CB3}" type="pres">
      <dgm:prSet presAssocID="{D39D3A2F-7903-48E3-992C-645B13D2FF9B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459F51-CF9A-427B-A122-A37F5EBFA68C}" type="pres">
      <dgm:prSet presAssocID="{81429D0B-7341-4913-9CA8-758F46AD4773}" presName="spacer" presStyleCnt="0"/>
      <dgm:spPr/>
    </dgm:pt>
    <dgm:pt modelId="{D245D9A2-3F81-48A3-A7C5-1180C3C66951}" type="pres">
      <dgm:prSet presAssocID="{0AF8E2C7-A86B-4429-B715-E3A228603849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E247D1-47D4-44D6-BE27-03BEC6A4B2A5}" type="pres">
      <dgm:prSet presAssocID="{EC7C11E5-DEBE-4FD0-8CC2-1196899E7331}" presName="spacer" presStyleCnt="0"/>
      <dgm:spPr/>
    </dgm:pt>
    <dgm:pt modelId="{1D32E131-2B90-4B9E-AC00-60C23E34E2E4}" type="pres">
      <dgm:prSet presAssocID="{4EB3CA00-6676-4A17-B2FF-BCAB079677C7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2E1AB6A-46EA-4012-A6EE-E0235D3D57E8}" srcId="{3138AE71-DDC4-4A66-997E-49AF61F8C28A}" destId="{9668D13D-A9A0-41D7-A212-34DF8384633E}" srcOrd="0" destOrd="0" parTransId="{3D421B1F-6D5B-4CEA-A834-5F1843A23300}" sibTransId="{ACE825AB-AB34-47FE-92D7-7E314D6241E9}"/>
    <dgm:cxn modelId="{53404AE4-CD81-467A-98DD-135FBAFB9361}" type="presOf" srcId="{D39D3A2F-7903-48E3-992C-645B13D2FF9B}" destId="{6AA15C7E-B593-4A56-82C4-D57391250CB3}" srcOrd="0" destOrd="0" presId="urn:microsoft.com/office/officeart/2005/8/layout/vList2"/>
    <dgm:cxn modelId="{28369876-DB23-4D7A-99DE-FC138223EFF9}" srcId="{3138AE71-DDC4-4A66-997E-49AF61F8C28A}" destId="{9873B196-B605-439C-9D26-462101990C3B}" srcOrd="2" destOrd="0" parTransId="{E0611364-BD9C-4011-9B96-8D5E782D3F34}" sibTransId="{57481CF9-455A-47AE-8F40-198A7B2238C9}"/>
    <dgm:cxn modelId="{EA813AC2-5BDD-4D48-9DC3-4D9BA471D8F7}" type="presOf" srcId="{3138AE71-DDC4-4A66-997E-49AF61F8C28A}" destId="{7D7BC48B-0826-42FB-8033-F8848911B71E}" srcOrd="0" destOrd="0" presId="urn:microsoft.com/office/officeart/2005/8/layout/vList2"/>
    <dgm:cxn modelId="{C484488C-ECEC-4719-97A1-30E6871DB232}" type="presOf" srcId="{4EB3CA00-6676-4A17-B2FF-BCAB079677C7}" destId="{1D32E131-2B90-4B9E-AC00-60C23E34E2E4}" srcOrd="0" destOrd="0" presId="urn:microsoft.com/office/officeart/2005/8/layout/vList2"/>
    <dgm:cxn modelId="{0ECE243C-6E05-4FC1-A0FA-597A11249870}" srcId="{3138AE71-DDC4-4A66-997E-49AF61F8C28A}" destId="{0AF8E2C7-A86B-4429-B715-E3A228603849}" srcOrd="4" destOrd="0" parTransId="{2FDE1F5C-89F3-4765-A4C7-51E9533BA639}" sibTransId="{EC7C11E5-DEBE-4FD0-8CC2-1196899E7331}"/>
    <dgm:cxn modelId="{52180F56-2C70-4EF6-8AD0-76135A908E7F}" type="presOf" srcId="{9873B196-B605-439C-9D26-462101990C3B}" destId="{DD69A505-81FA-4173-A690-3FE6B7B9C45C}" srcOrd="0" destOrd="0" presId="urn:microsoft.com/office/officeart/2005/8/layout/vList2"/>
    <dgm:cxn modelId="{B9F36F3F-E760-4B0B-B8DA-716247565AF0}" srcId="{3138AE71-DDC4-4A66-997E-49AF61F8C28A}" destId="{F05C512B-6644-4993-A3DF-9A40B1B82DB5}" srcOrd="1" destOrd="0" parTransId="{EE2AB45B-E668-4BB4-A277-9743F3CCCA64}" sibTransId="{7FBF0E2B-D4A9-4C29-A619-17DECEC59C9A}"/>
    <dgm:cxn modelId="{4AA516D5-238D-4FA0-A47E-3806C9F7803C}" type="presOf" srcId="{9668D13D-A9A0-41D7-A212-34DF8384633E}" destId="{6A7C11C7-C4B1-45E3-9C53-78A9AEC26FDE}" srcOrd="0" destOrd="0" presId="urn:microsoft.com/office/officeart/2005/8/layout/vList2"/>
    <dgm:cxn modelId="{6942387A-27BC-4F7B-B4CE-37A5F69D7964}" type="presOf" srcId="{0AF8E2C7-A86B-4429-B715-E3A228603849}" destId="{D245D9A2-3F81-48A3-A7C5-1180C3C66951}" srcOrd="0" destOrd="0" presId="urn:microsoft.com/office/officeart/2005/8/layout/vList2"/>
    <dgm:cxn modelId="{357A9661-FBBA-488D-BD96-758DC057919F}" srcId="{3138AE71-DDC4-4A66-997E-49AF61F8C28A}" destId="{D39D3A2F-7903-48E3-992C-645B13D2FF9B}" srcOrd="3" destOrd="0" parTransId="{D62FD463-4779-4D59-977D-B431775F6BBC}" sibTransId="{81429D0B-7341-4913-9CA8-758F46AD4773}"/>
    <dgm:cxn modelId="{E47848E3-CB93-4412-A3BD-D4E49D589C72}" type="presOf" srcId="{F05C512B-6644-4993-A3DF-9A40B1B82DB5}" destId="{EB85BCD9-C448-478A-A5E7-BADB1371D781}" srcOrd="0" destOrd="0" presId="urn:microsoft.com/office/officeart/2005/8/layout/vList2"/>
    <dgm:cxn modelId="{85B86F4C-631D-4A46-AAE6-1E1A330DAEC9}" srcId="{3138AE71-DDC4-4A66-997E-49AF61F8C28A}" destId="{4EB3CA00-6676-4A17-B2FF-BCAB079677C7}" srcOrd="5" destOrd="0" parTransId="{563CBFBD-418C-44A8-BBFD-F5C30F290B9C}" sibTransId="{CDA8E4C8-8F4B-42D7-99A1-AD27826F2CE0}"/>
    <dgm:cxn modelId="{9F12432F-5DAF-4053-A0CC-960474595EA2}" type="presParOf" srcId="{7D7BC48B-0826-42FB-8033-F8848911B71E}" destId="{6A7C11C7-C4B1-45E3-9C53-78A9AEC26FDE}" srcOrd="0" destOrd="0" presId="urn:microsoft.com/office/officeart/2005/8/layout/vList2"/>
    <dgm:cxn modelId="{4C31CCA1-C7BF-4AB9-910E-5AF056A1C59C}" type="presParOf" srcId="{7D7BC48B-0826-42FB-8033-F8848911B71E}" destId="{6A0FA508-8960-45A0-9E3A-3447D146F36A}" srcOrd="1" destOrd="0" presId="urn:microsoft.com/office/officeart/2005/8/layout/vList2"/>
    <dgm:cxn modelId="{D7E018F1-F175-433C-8963-ECE47E00CDD7}" type="presParOf" srcId="{7D7BC48B-0826-42FB-8033-F8848911B71E}" destId="{EB85BCD9-C448-478A-A5E7-BADB1371D781}" srcOrd="2" destOrd="0" presId="urn:microsoft.com/office/officeart/2005/8/layout/vList2"/>
    <dgm:cxn modelId="{BF077B26-EE32-4860-A9EE-9ECD5C67957E}" type="presParOf" srcId="{7D7BC48B-0826-42FB-8033-F8848911B71E}" destId="{6845FC07-11C7-4976-9AA1-86EDA39EA12F}" srcOrd="3" destOrd="0" presId="urn:microsoft.com/office/officeart/2005/8/layout/vList2"/>
    <dgm:cxn modelId="{14E5F7F0-9E93-4BD7-BE29-1A2B96DE4C81}" type="presParOf" srcId="{7D7BC48B-0826-42FB-8033-F8848911B71E}" destId="{DD69A505-81FA-4173-A690-3FE6B7B9C45C}" srcOrd="4" destOrd="0" presId="urn:microsoft.com/office/officeart/2005/8/layout/vList2"/>
    <dgm:cxn modelId="{84824C7D-AC77-4B08-83DD-24EE9B3036D5}" type="presParOf" srcId="{7D7BC48B-0826-42FB-8033-F8848911B71E}" destId="{BD3A7135-C4F5-4021-80F1-DD16F0874186}" srcOrd="5" destOrd="0" presId="urn:microsoft.com/office/officeart/2005/8/layout/vList2"/>
    <dgm:cxn modelId="{A75ED793-B598-4A86-B580-C9C803C73494}" type="presParOf" srcId="{7D7BC48B-0826-42FB-8033-F8848911B71E}" destId="{6AA15C7E-B593-4A56-82C4-D57391250CB3}" srcOrd="6" destOrd="0" presId="urn:microsoft.com/office/officeart/2005/8/layout/vList2"/>
    <dgm:cxn modelId="{FDDE7F30-4652-4F56-8888-8B556D302DE4}" type="presParOf" srcId="{7D7BC48B-0826-42FB-8033-F8848911B71E}" destId="{12459F51-CF9A-427B-A122-A37F5EBFA68C}" srcOrd="7" destOrd="0" presId="urn:microsoft.com/office/officeart/2005/8/layout/vList2"/>
    <dgm:cxn modelId="{2FCFF30B-07A6-4015-BB19-C0FAEA386F67}" type="presParOf" srcId="{7D7BC48B-0826-42FB-8033-F8848911B71E}" destId="{D245D9A2-3F81-48A3-A7C5-1180C3C66951}" srcOrd="8" destOrd="0" presId="urn:microsoft.com/office/officeart/2005/8/layout/vList2"/>
    <dgm:cxn modelId="{5BF538EA-B77A-4B94-B4AE-DE2D1D956018}" type="presParOf" srcId="{7D7BC48B-0826-42FB-8033-F8848911B71E}" destId="{39E247D1-47D4-44D6-BE27-03BEC6A4B2A5}" srcOrd="9" destOrd="0" presId="urn:microsoft.com/office/officeart/2005/8/layout/vList2"/>
    <dgm:cxn modelId="{E2A29B6F-277A-4E14-BB41-C326FFBD6978}" type="presParOf" srcId="{7D7BC48B-0826-42FB-8033-F8848911B71E}" destId="{1D32E131-2B90-4B9E-AC00-60C23E34E2E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121FA-0162-4D04-88E2-4F6B79E88311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E52FE7AB-DAD5-4629-B27F-1582E24AB547}">
      <dgm:prSet phldrT="[Текст]" custT="1"/>
      <dgm:spPr/>
      <dgm:t>
        <a:bodyPr/>
        <a:lstStyle/>
        <a:p>
          <a:r>
            <a:rPr lang="ru-RU" sz="1200" dirty="0">
              <a:latin typeface="+mn-lt"/>
              <a:cs typeface="Arial" panose="020B0604020202020204" pitchFamily="34" charset="0"/>
            </a:rPr>
            <a:t>Стратегический подход к управлению - взаимосвязь стратегии, структуры и культуры</a:t>
          </a:r>
        </a:p>
      </dgm:t>
    </dgm:pt>
    <dgm:pt modelId="{8C203299-0EA7-42D8-B59F-ACEB6AB7C109}" type="parTrans" cxnId="{7728139D-E336-4CD5-805A-F16B76382FAA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01F30C-6E3A-4C95-ACF2-24D4D0BB8A2D}" type="sibTrans" cxnId="{7728139D-E336-4CD5-805A-F16B76382FAA}">
      <dgm:prSet phldrT="1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1</a:t>
          </a:r>
        </a:p>
      </dgm:t>
    </dgm:pt>
    <dgm:pt modelId="{F7019294-23F1-402F-B960-907D0E09A1AC}">
      <dgm:prSet phldrT="[Текст]" custT="1"/>
      <dgm:spPr/>
      <dgm:t>
        <a:bodyPr/>
        <a:lstStyle/>
        <a:p>
          <a:r>
            <a:rPr lang="ru-RU" sz="1400" dirty="0">
              <a:latin typeface="+mn-lt"/>
              <a:cs typeface="Arial" panose="020B0604020202020204" pitchFamily="34" charset="0"/>
            </a:rPr>
            <a:t>Ключевой актив компании – люди и их знания и навыки</a:t>
          </a:r>
        </a:p>
      </dgm:t>
    </dgm:pt>
    <dgm:pt modelId="{8A67A763-7E29-4DFC-84BF-E9E9D6B3838E}" type="parTrans" cxnId="{4D683976-4A42-4BD3-A191-292056999A75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265B99-AB93-4DCA-90B4-99E62625B697}" type="sibTrans" cxnId="{4D683976-4A42-4BD3-A191-292056999A75}">
      <dgm:prSet phldrT="2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</a:p>
      </dgm:t>
    </dgm:pt>
    <dgm:pt modelId="{839A39B8-A5EF-44A3-88EC-14DB891B2B23}" type="pres">
      <dgm:prSet presAssocID="{E64121FA-0162-4D04-88E2-4F6B79E88311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CF3F5F0-6530-40D9-A794-4495BE9DFA78}" type="pres">
      <dgm:prSet presAssocID="{E52FE7AB-DAD5-4629-B27F-1582E24AB547}" presName="compositeNode" presStyleCnt="0">
        <dgm:presLayoutVars>
          <dgm:bulletEnabled val="1"/>
        </dgm:presLayoutVars>
      </dgm:prSet>
      <dgm:spPr/>
    </dgm:pt>
    <dgm:pt modelId="{B133713A-4183-4018-8F86-676842F4C19E}" type="pres">
      <dgm:prSet presAssocID="{E52FE7AB-DAD5-4629-B27F-1582E24AB547}" presName="bgRect" presStyleLbl="bgAccFollowNode1" presStyleIdx="0" presStyleCnt="2" custScaleX="98037" custLinFactNeighborX="-12447" custLinFactNeighborY="282"/>
      <dgm:spPr/>
      <dgm:t>
        <a:bodyPr/>
        <a:lstStyle/>
        <a:p>
          <a:endParaRPr lang="ru-RU"/>
        </a:p>
      </dgm:t>
    </dgm:pt>
    <dgm:pt modelId="{883FB95F-0B08-440F-B71A-A9B890BD186D}" type="pres">
      <dgm:prSet presAssocID="{2001F30C-6E3A-4C95-ACF2-24D4D0BB8A2D}" presName="sibTransNodeCircle" presStyleLbl="alignNode1" presStyleIdx="0" presStyleCnt="4" custLinFactNeighborX="2179" custLinFactNeighborY="-1565">
        <dgm:presLayoutVars>
          <dgm:chMax val="0"/>
          <dgm:bulletEnabled/>
        </dgm:presLayoutVars>
      </dgm:prSet>
      <dgm:spPr/>
      <dgm:t>
        <a:bodyPr/>
        <a:lstStyle/>
        <a:p>
          <a:endParaRPr lang="ru-RU"/>
        </a:p>
      </dgm:t>
    </dgm:pt>
    <dgm:pt modelId="{AB7F543A-F2DE-4154-83A3-91C7F8A2AB29}" type="pres">
      <dgm:prSet presAssocID="{E52FE7AB-DAD5-4629-B27F-1582E24AB547}" presName="bottomLine" presStyleLbl="alignNode1" presStyleIdx="1" presStyleCnt="4">
        <dgm:presLayoutVars/>
      </dgm:prSet>
      <dgm:spPr/>
    </dgm:pt>
    <dgm:pt modelId="{BC71D65C-B7AA-4A7F-ADD2-6004C8E7D35A}" type="pres">
      <dgm:prSet presAssocID="{E52FE7AB-DAD5-4629-B27F-1582E24AB547}" presName="nodeText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EA2B62-7817-49CA-877D-650C631D0EA9}" type="pres">
      <dgm:prSet presAssocID="{2001F30C-6E3A-4C95-ACF2-24D4D0BB8A2D}" presName="sibTrans" presStyleCnt="0"/>
      <dgm:spPr/>
    </dgm:pt>
    <dgm:pt modelId="{EDA5F298-DDAD-45BB-BB12-7D13D852EA00}" type="pres">
      <dgm:prSet presAssocID="{F7019294-23F1-402F-B960-907D0E09A1AC}" presName="compositeNode" presStyleCnt="0">
        <dgm:presLayoutVars>
          <dgm:bulletEnabled val="1"/>
        </dgm:presLayoutVars>
      </dgm:prSet>
      <dgm:spPr/>
    </dgm:pt>
    <dgm:pt modelId="{DD6816A4-0E96-4190-8099-DBFB00BE4FDF}" type="pres">
      <dgm:prSet presAssocID="{F7019294-23F1-402F-B960-907D0E09A1AC}" presName="bgRect" presStyleLbl="bgAccFollowNode1" presStyleIdx="1" presStyleCnt="2" custScaleX="97608" custLinFactNeighborX="12611"/>
      <dgm:spPr/>
      <dgm:t>
        <a:bodyPr/>
        <a:lstStyle/>
        <a:p>
          <a:endParaRPr lang="ru-RU"/>
        </a:p>
      </dgm:t>
    </dgm:pt>
    <dgm:pt modelId="{26B1302F-0BDC-4AA4-ACA5-33AE4E189435}" type="pres">
      <dgm:prSet presAssocID="{35265B99-AB93-4DCA-90B4-99E62625B697}" presName="sibTransNodeCircle" presStyleLbl="alignNode1" presStyleIdx="2" presStyleCnt="4" custLinFactNeighborX="12523" custLinFactNeighborY="-6678">
        <dgm:presLayoutVars>
          <dgm:chMax val="0"/>
          <dgm:bulletEnabled/>
        </dgm:presLayoutVars>
      </dgm:prSet>
      <dgm:spPr/>
      <dgm:t>
        <a:bodyPr/>
        <a:lstStyle/>
        <a:p>
          <a:endParaRPr lang="ru-RU"/>
        </a:p>
      </dgm:t>
    </dgm:pt>
    <dgm:pt modelId="{E27E2FFF-E975-4754-BFF5-A7E5198E4DBE}" type="pres">
      <dgm:prSet presAssocID="{F7019294-23F1-402F-B960-907D0E09A1AC}" presName="bottomLine" presStyleLbl="alignNode1" presStyleIdx="3" presStyleCnt="4">
        <dgm:presLayoutVars/>
      </dgm:prSet>
      <dgm:spPr/>
    </dgm:pt>
    <dgm:pt modelId="{1ADAAC0F-D156-47EE-A559-A6B343411AA2}" type="pres">
      <dgm:prSet presAssocID="{F7019294-23F1-402F-B960-907D0E09A1AC}" presName="nodeText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61EC8C0-9039-4095-B674-615E1D927BBE}" type="presOf" srcId="{35265B99-AB93-4DCA-90B4-99E62625B697}" destId="{26B1302F-0BDC-4AA4-ACA5-33AE4E189435}" srcOrd="0" destOrd="0" presId="urn:microsoft.com/office/officeart/2016/7/layout/BasicLinearProcessNumbered"/>
    <dgm:cxn modelId="{B7664C0B-00E5-4F54-A439-BA91CB47897A}" type="presOf" srcId="{F7019294-23F1-402F-B960-907D0E09A1AC}" destId="{DD6816A4-0E96-4190-8099-DBFB00BE4FDF}" srcOrd="0" destOrd="0" presId="urn:microsoft.com/office/officeart/2016/7/layout/BasicLinearProcessNumbered"/>
    <dgm:cxn modelId="{BFE4C96F-CAEA-462E-A2B1-616D97BC325C}" type="presOf" srcId="{E52FE7AB-DAD5-4629-B27F-1582E24AB547}" destId="{B133713A-4183-4018-8F86-676842F4C19E}" srcOrd="0" destOrd="0" presId="urn:microsoft.com/office/officeart/2016/7/layout/BasicLinearProcessNumbered"/>
    <dgm:cxn modelId="{9E5C6BA3-2F1E-447F-8FE6-0318472092E4}" type="presOf" srcId="{E64121FA-0162-4D04-88E2-4F6B79E88311}" destId="{839A39B8-A5EF-44A3-88EC-14DB891B2B23}" srcOrd="0" destOrd="0" presId="urn:microsoft.com/office/officeart/2016/7/layout/BasicLinearProcessNumbered"/>
    <dgm:cxn modelId="{AD816417-E39F-4C5A-BC31-3BFE3222B59F}" type="presOf" srcId="{F7019294-23F1-402F-B960-907D0E09A1AC}" destId="{1ADAAC0F-D156-47EE-A559-A6B343411AA2}" srcOrd="1" destOrd="0" presId="urn:microsoft.com/office/officeart/2016/7/layout/BasicLinearProcessNumbered"/>
    <dgm:cxn modelId="{4D683976-4A42-4BD3-A191-292056999A75}" srcId="{E64121FA-0162-4D04-88E2-4F6B79E88311}" destId="{F7019294-23F1-402F-B960-907D0E09A1AC}" srcOrd="1" destOrd="0" parTransId="{8A67A763-7E29-4DFC-84BF-E9E9D6B3838E}" sibTransId="{35265B99-AB93-4DCA-90B4-99E62625B697}"/>
    <dgm:cxn modelId="{7728139D-E336-4CD5-805A-F16B76382FAA}" srcId="{E64121FA-0162-4D04-88E2-4F6B79E88311}" destId="{E52FE7AB-DAD5-4629-B27F-1582E24AB547}" srcOrd="0" destOrd="0" parTransId="{8C203299-0EA7-42D8-B59F-ACEB6AB7C109}" sibTransId="{2001F30C-6E3A-4C95-ACF2-24D4D0BB8A2D}"/>
    <dgm:cxn modelId="{9EF713A5-6BA5-42D6-AD69-9D4CA2FE7767}" type="presOf" srcId="{2001F30C-6E3A-4C95-ACF2-24D4D0BB8A2D}" destId="{883FB95F-0B08-440F-B71A-A9B890BD186D}" srcOrd="0" destOrd="0" presId="urn:microsoft.com/office/officeart/2016/7/layout/BasicLinearProcessNumbered"/>
    <dgm:cxn modelId="{91587CA3-04FF-4F0C-8D89-61A6A6071B2D}" type="presOf" srcId="{E52FE7AB-DAD5-4629-B27F-1582E24AB547}" destId="{BC71D65C-B7AA-4A7F-ADD2-6004C8E7D35A}" srcOrd="1" destOrd="0" presId="urn:microsoft.com/office/officeart/2016/7/layout/BasicLinearProcessNumbered"/>
    <dgm:cxn modelId="{69C000A6-3B37-4948-B794-ECF4FB60C440}" type="presParOf" srcId="{839A39B8-A5EF-44A3-88EC-14DB891B2B23}" destId="{0CF3F5F0-6530-40D9-A794-4495BE9DFA78}" srcOrd="0" destOrd="0" presId="urn:microsoft.com/office/officeart/2016/7/layout/BasicLinearProcessNumbered"/>
    <dgm:cxn modelId="{73AE58DB-CB73-4845-9A32-25CCD8A3E93A}" type="presParOf" srcId="{0CF3F5F0-6530-40D9-A794-4495BE9DFA78}" destId="{B133713A-4183-4018-8F86-676842F4C19E}" srcOrd="0" destOrd="0" presId="urn:microsoft.com/office/officeart/2016/7/layout/BasicLinearProcessNumbered"/>
    <dgm:cxn modelId="{543083B5-CFC9-4040-8BF0-F2EA52678C2A}" type="presParOf" srcId="{0CF3F5F0-6530-40D9-A794-4495BE9DFA78}" destId="{883FB95F-0B08-440F-B71A-A9B890BD186D}" srcOrd="1" destOrd="0" presId="urn:microsoft.com/office/officeart/2016/7/layout/BasicLinearProcessNumbered"/>
    <dgm:cxn modelId="{CD6ADBFF-11DE-423E-ACA8-E7B6D5EDD513}" type="presParOf" srcId="{0CF3F5F0-6530-40D9-A794-4495BE9DFA78}" destId="{AB7F543A-F2DE-4154-83A3-91C7F8A2AB29}" srcOrd="2" destOrd="0" presId="urn:microsoft.com/office/officeart/2016/7/layout/BasicLinearProcessNumbered"/>
    <dgm:cxn modelId="{1CDCFF61-BE15-4254-BF32-A21655A31134}" type="presParOf" srcId="{0CF3F5F0-6530-40D9-A794-4495BE9DFA78}" destId="{BC71D65C-B7AA-4A7F-ADD2-6004C8E7D35A}" srcOrd="3" destOrd="0" presId="urn:microsoft.com/office/officeart/2016/7/layout/BasicLinearProcessNumbered"/>
    <dgm:cxn modelId="{32492818-7B8E-4594-BBBE-4F91D63B0837}" type="presParOf" srcId="{839A39B8-A5EF-44A3-88EC-14DB891B2B23}" destId="{A5EA2B62-7817-49CA-877D-650C631D0EA9}" srcOrd="1" destOrd="0" presId="urn:microsoft.com/office/officeart/2016/7/layout/BasicLinearProcessNumbered"/>
    <dgm:cxn modelId="{1B1943F2-C46F-4A77-8DD5-5AE06490F798}" type="presParOf" srcId="{839A39B8-A5EF-44A3-88EC-14DB891B2B23}" destId="{EDA5F298-DDAD-45BB-BB12-7D13D852EA00}" srcOrd="2" destOrd="0" presId="urn:microsoft.com/office/officeart/2016/7/layout/BasicLinearProcessNumbered"/>
    <dgm:cxn modelId="{9532B972-429D-430B-ACA3-9830C6A7775E}" type="presParOf" srcId="{EDA5F298-DDAD-45BB-BB12-7D13D852EA00}" destId="{DD6816A4-0E96-4190-8099-DBFB00BE4FDF}" srcOrd="0" destOrd="0" presId="urn:microsoft.com/office/officeart/2016/7/layout/BasicLinearProcessNumbered"/>
    <dgm:cxn modelId="{0349F927-FDA9-4D8F-97A3-68B08B0A68C5}" type="presParOf" srcId="{EDA5F298-DDAD-45BB-BB12-7D13D852EA00}" destId="{26B1302F-0BDC-4AA4-ACA5-33AE4E189435}" srcOrd="1" destOrd="0" presId="urn:microsoft.com/office/officeart/2016/7/layout/BasicLinearProcessNumbered"/>
    <dgm:cxn modelId="{5E369270-EBD9-4DDE-91B6-22CAB2FFC4DB}" type="presParOf" srcId="{EDA5F298-DDAD-45BB-BB12-7D13D852EA00}" destId="{E27E2FFF-E975-4754-BFF5-A7E5198E4DBE}" srcOrd="2" destOrd="0" presId="urn:microsoft.com/office/officeart/2016/7/layout/BasicLinearProcessNumbered"/>
    <dgm:cxn modelId="{749ED39A-52D4-4BBD-8D5D-45DA080A026A}" type="presParOf" srcId="{EDA5F298-DDAD-45BB-BB12-7D13D852EA00}" destId="{1ADAAC0F-D156-47EE-A559-A6B343411AA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2E6696-7D16-4089-8CA9-6012B1D73E05}" type="doc">
      <dgm:prSet loTypeId="urn:microsoft.com/office/officeart/2005/8/layout/hierarchy3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ru-RU"/>
        </a:p>
      </dgm:t>
    </dgm:pt>
    <dgm:pt modelId="{955AF99F-B34D-4E08-A648-47603195F137}">
      <dgm:prSet phldrT="[Текст]"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Размер</a:t>
          </a:r>
          <a:endParaRPr lang="ru-RU" dirty="0">
            <a:latin typeface="+mn-lt"/>
            <a:cs typeface="Arial" panose="020B0604020202020204" pitchFamily="34" charset="0"/>
          </a:endParaRPr>
        </a:p>
      </dgm:t>
    </dgm:pt>
    <dgm:pt modelId="{930EAB18-5B52-4560-A0CB-A6F98D907C15}" type="parTrans" cxnId="{57245A22-4C59-40A9-B68F-D63C688E01B9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85D3CAF9-7F50-4469-A56A-F58AD4B6570C}" type="sibTrans" cxnId="{57245A22-4C59-40A9-B68F-D63C688E01B9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D2EB5B3A-FBAF-404E-BE14-18D5DC31A42B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Административная компонента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5124AFCE-3EED-4C48-BF90-07EDBFFD4593}" type="parTrans" cxnId="{1F59E021-3BA8-4D9C-9E65-31F236EAF08A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46A0BB67-8321-4BE0-9DD2-16007E1AF1BA}" type="sibTrans" cxnId="{1F59E021-3BA8-4D9C-9E65-31F236EAF08A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D447DFFD-48A4-416B-BFE1-528A1B8FA07D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Уровни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4D28FCF3-2DF7-4C94-A26D-3CE33F5DB7F6}" type="parTrans" cxnId="{CCAE4B8D-F855-422D-919B-DD4BC194FBB2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972EEBF3-6FAB-47BE-9DEF-ADD831539ABA}" type="sibTrans" cxnId="{CCAE4B8D-F855-422D-919B-DD4BC194FBB2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55177B3E-8468-4C36-BFDB-A77EC97DACAB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Функции персонала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AB34B524-10F8-4D54-8C91-7E2C5D30DC85}" type="parTrans" cxnId="{4CA81404-5D0F-4E43-B671-F5F78648B733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3D89A3D6-7C55-44A8-8496-1C2BFC0EB69C}" type="sibTrans" cxnId="{4CA81404-5D0F-4E43-B671-F5F78648B733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583EF13A-FA5B-4FF2-8B95-C4AAFD42F6D2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Разделение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7A7FE62F-A87A-4202-9116-F9501EDCE960}" type="parTrans" cxnId="{0A3A962C-9E86-44B8-BDB6-5D16C190570F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D8A759F8-CE12-497B-AF91-8CC4E1C23234}" type="sibTrans" cxnId="{0A3A962C-9E86-44B8-BDB6-5D16C190570F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8B8D8388-2947-4DAE-8F96-12DADCCBB5B1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Вертикальное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B9927D25-A0BB-456B-B642-7D7E40469215}" type="parTrans" cxnId="{7FB10635-05AF-459F-927E-3CA12669C38C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5BA1D46F-8176-466C-8A3C-34D877DFDC55}" type="sibTrans" cxnId="{7FB10635-05AF-459F-927E-3CA12669C38C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B78EED10-054C-4C13-8814-976E66745D1A}">
      <dgm:prSet/>
      <dgm:spPr/>
      <dgm:t>
        <a:bodyPr/>
        <a:lstStyle/>
        <a:p>
          <a:r>
            <a:rPr lang="ru-RU">
              <a:latin typeface="+mn-lt"/>
              <a:cs typeface="Arial" panose="020B0604020202020204" pitchFamily="34" charset="0"/>
            </a:rPr>
            <a:t>Горизонтальное</a:t>
          </a:r>
          <a:endParaRPr lang="en-GB" dirty="0">
            <a:latin typeface="+mn-lt"/>
            <a:cs typeface="Arial" panose="020B0604020202020204" pitchFamily="34" charset="0"/>
          </a:endParaRPr>
        </a:p>
      </dgm:t>
    </dgm:pt>
    <dgm:pt modelId="{2D11DB1A-5A8F-484C-A931-8707C4DCB1EB}" type="parTrans" cxnId="{54E02E1F-3850-4893-8478-ED8742E75625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1400958E-59D9-4767-8E3F-E238A692B9FA}" type="sibTrans" cxnId="{54E02E1F-3850-4893-8478-ED8742E75625}">
      <dgm:prSet/>
      <dgm:spPr/>
      <dgm:t>
        <a:bodyPr/>
        <a:lstStyle/>
        <a:p>
          <a:endParaRPr lang="ru-RU">
            <a:latin typeface="+mn-lt"/>
            <a:cs typeface="Arial" panose="020B0604020202020204" pitchFamily="34" charset="0"/>
          </a:endParaRPr>
        </a:p>
      </dgm:t>
    </dgm:pt>
    <dgm:pt modelId="{08D8F0A0-EA5C-44A7-8ADC-C752AB4C54FA}" type="pres">
      <dgm:prSet presAssocID="{3D2E6696-7D16-4089-8CA9-6012B1D73E0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CA5D8FB5-8A4E-47EC-9DF6-8C6FBE5A2F52}" type="pres">
      <dgm:prSet presAssocID="{955AF99F-B34D-4E08-A648-47603195F137}" presName="root" presStyleCnt="0"/>
      <dgm:spPr/>
    </dgm:pt>
    <dgm:pt modelId="{91BC7D85-53A8-4ACB-8392-115C0433B1D7}" type="pres">
      <dgm:prSet presAssocID="{955AF99F-B34D-4E08-A648-47603195F137}" presName="rootComposite" presStyleCnt="0"/>
      <dgm:spPr/>
    </dgm:pt>
    <dgm:pt modelId="{B4436F77-013B-4A35-8D81-1FE4C36C0BC0}" type="pres">
      <dgm:prSet presAssocID="{955AF99F-B34D-4E08-A648-47603195F137}" presName="rootText" presStyleLbl="node1" presStyleIdx="0" presStyleCnt="3"/>
      <dgm:spPr/>
      <dgm:t>
        <a:bodyPr/>
        <a:lstStyle/>
        <a:p>
          <a:endParaRPr lang="ru-RU"/>
        </a:p>
      </dgm:t>
    </dgm:pt>
    <dgm:pt modelId="{7311231E-975B-49A0-A0A1-E053CE3FD7F0}" type="pres">
      <dgm:prSet presAssocID="{955AF99F-B34D-4E08-A648-47603195F137}" presName="rootConnector" presStyleLbl="node1" presStyleIdx="0" presStyleCnt="3"/>
      <dgm:spPr/>
      <dgm:t>
        <a:bodyPr/>
        <a:lstStyle/>
        <a:p>
          <a:endParaRPr lang="ru-RU"/>
        </a:p>
      </dgm:t>
    </dgm:pt>
    <dgm:pt modelId="{ABD7BAB6-19F8-42DC-A132-6FF3C261C4CA}" type="pres">
      <dgm:prSet presAssocID="{955AF99F-B34D-4E08-A648-47603195F137}" presName="childShape" presStyleCnt="0"/>
      <dgm:spPr/>
    </dgm:pt>
    <dgm:pt modelId="{194B4ADA-37B9-4E23-8A74-95F1F485631F}" type="pres">
      <dgm:prSet presAssocID="{D2EB5B3A-FBAF-404E-BE14-18D5DC31A42B}" presName="root" presStyleCnt="0"/>
      <dgm:spPr/>
    </dgm:pt>
    <dgm:pt modelId="{231DB839-8534-4BD9-8FF2-D7DA66651B12}" type="pres">
      <dgm:prSet presAssocID="{D2EB5B3A-FBAF-404E-BE14-18D5DC31A42B}" presName="rootComposite" presStyleCnt="0"/>
      <dgm:spPr/>
    </dgm:pt>
    <dgm:pt modelId="{59DA019A-3A14-4840-A02C-9957C7405265}" type="pres">
      <dgm:prSet presAssocID="{D2EB5B3A-FBAF-404E-BE14-18D5DC31A42B}" presName="rootText" presStyleLbl="node1" presStyleIdx="1" presStyleCnt="3"/>
      <dgm:spPr/>
      <dgm:t>
        <a:bodyPr/>
        <a:lstStyle/>
        <a:p>
          <a:endParaRPr lang="ru-RU"/>
        </a:p>
      </dgm:t>
    </dgm:pt>
    <dgm:pt modelId="{1400F463-AF3E-4000-A048-32DDB2E9E48A}" type="pres">
      <dgm:prSet presAssocID="{D2EB5B3A-FBAF-404E-BE14-18D5DC31A42B}" presName="rootConnector" presStyleLbl="node1" presStyleIdx="1" presStyleCnt="3"/>
      <dgm:spPr/>
      <dgm:t>
        <a:bodyPr/>
        <a:lstStyle/>
        <a:p>
          <a:endParaRPr lang="ru-RU"/>
        </a:p>
      </dgm:t>
    </dgm:pt>
    <dgm:pt modelId="{661DE2B9-807C-4F01-A0CD-6E47A4576569}" type="pres">
      <dgm:prSet presAssocID="{D2EB5B3A-FBAF-404E-BE14-18D5DC31A42B}" presName="childShape" presStyleCnt="0"/>
      <dgm:spPr/>
    </dgm:pt>
    <dgm:pt modelId="{98A58FE5-385E-452B-A607-A462738997A0}" type="pres">
      <dgm:prSet presAssocID="{4D28FCF3-2DF7-4C94-A26D-3CE33F5DB7F6}" presName="Name13" presStyleLbl="parChTrans1D2" presStyleIdx="0" presStyleCnt="4"/>
      <dgm:spPr/>
      <dgm:t>
        <a:bodyPr/>
        <a:lstStyle/>
        <a:p>
          <a:endParaRPr lang="ru-RU"/>
        </a:p>
      </dgm:t>
    </dgm:pt>
    <dgm:pt modelId="{C276CF28-A347-4ECB-B182-03AFC164A00B}" type="pres">
      <dgm:prSet presAssocID="{D447DFFD-48A4-416B-BFE1-528A1B8FA07D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78D42B-CA73-48ED-B365-F5950FB2ABA1}" type="pres">
      <dgm:prSet presAssocID="{AB34B524-10F8-4D54-8C91-7E2C5D30DC85}" presName="Name13" presStyleLbl="parChTrans1D2" presStyleIdx="1" presStyleCnt="4"/>
      <dgm:spPr/>
      <dgm:t>
        <a:bodyPr/>
        <a:lstStyle/>
        <a:p>
          <a:endParaRPr lang="ru-RU"/>
        </a:p>
      </dgm:t>
    </dgm:pt>
    <dgm:pt modelId="{62975EB7-8706-4DC6-B2D6-FD0B8B0E459C}" type="pres">
      <dgm:prSet presAssocID="{55177B3E-8468-4C36-BFDB-A77EC97DACAB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2B0019-B73D-4D3D-A52F-588FDA596876}" type="pres">
      <dgm:prSet presAssocID="{583EF13A-FA5B-4FF2-8B95-C4AAFD42F6D2}" presName="root" presStyleCnt="0"/>
      <dgm:spPr/>
    </dgm:pt>
    <dgm:pt modelId="{C48C8AEF-37FD-4DBA-ACE7-FDDE92761FB7}" type="pres">
      <dgm:prSet presAssocID="{583EF13A-FA5B-4FF2-8B95-C4AAFD42F6D2}" presName="rootComposite" presStyleCnt="0"/>
      <dgm:spPr/>
    </dgm:pt>
    <dgm:pt modelId="{3B245525-B285-4E25-A8E8-4CFD76ADB25F}" type="pres">
      <dgm:prSet presAssocID="{583EF13A-FA5B-4FF2-8B95-C4AAFD42F6D2}" presName="rootText" presStyleLbl="node1" presStyleIdx="2" presStyleCnt="3"/>
      <dgm:spPr/>
      <dgm:t>
        <a:bodyPr/>
        <a:lstStyle/>
        <a:p>
          <a:endParaRPr lang="ru-RU"/>
        </a:p>
      </dgm:t>
    </dgm:pt>
    <dgm:pt modelId="{D258B914-2E59-4E50-834F-69C6C6807DCA}" type="pres">
      <dgm:prSet presAssocID="{583EF13A-FA5B-4FF2-8B95-C4AAFD42F6D2}" presName="rootConnector" presStyleLbl="node1" presStyleIdx="2" presStyleCnt="3"/>
      <dgm:spPr/>
      <dgm:t>
        <a:bodyPr/>
        <a:lstStyle/>
        <a:p>
          <a:endParaRPr lang="ru-RU"/>
        </a:p>
      </dgm:t>
    </dgm:pt>
    <dgm:pt modelId="{BC835B68-3FAA-4F18-91CD-C773E349937D}" type="pres">
      <dgm:prSet presAssocID="{583EF13A-FA5B-4FF2-8B95-C4AAFD42F6D2}" presName="childShape" presStyleCnt="0"/>
      <dgm:spPr/>
    </dgm:pt>
    <dgm:pt modelId="{947CAA23-3035-4316-9CC8-115108839A39}" type="pres">
      <dgm:prSet presAssocID="{B9927D25-A0BB-456B-B642-7D7E40469215}" presName="Name13" presStyleLbl="parChTrans1D2" presStyleIdx="2" presStyleCnt="4"/>
      <dgm:spPr/>
      <dgm:t>
        <a:bodyPr/>
        <a:lstStyle/>
        <a:p>
          <a:endParaRPr lang="ru-RU"/>
        </a:p>
      </dgm:t>
    </dgm:pt>
    <dgm:pt modelId="{CE9C1A7D-E07B-4290-BF85-18D4DC7BE80B}" type="pres">
      <dgm:prSet presAssocID="{8B8D8388-2947-4DAE-8F96-12DADCCBB5B1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91CA82-5EC4-4118-BC17-A1BFFABD3FBF}" type="pres">
      <dgm:prSet presAssocID="{2D11DB1A-5A8F-484C-A931-8707C4DCB1EB}" presName="Name13" presStyleLbl="parChTrans1D2" presStyleIdx="3" presStyleCnt="4"/>
      <dgm:spPr/>
      <dgm:t>
        <a:bodyPr/>
        <a:lstStyle/>
        <a:p>
          <a:endParaRPr lang="ru-RU"/>
        </a:p>
      </dgm:t>
    </dgm:pt>
    <dgm:pt modelId="{93069363-B2B6-4747-A6C9-F892083C39FD}" type="pres">
      <dgm:prSet presAssocID="{B78EED10-054C-4C13-8814-976E66745D1A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E5F99E8-709F-4955-9374-406359DE5579}" type="presOf" srcId="{D447DFFD-48A4-416B-BFE1-528A1B8FA07D}" destId="{C276CF28-A347-4ECB-B182-03AFC164A00B}" srcOrd="0" destOrd="0" presId="urn:microsoft.com/office/officeart/2005/8/layout/hierarchy3"/>
    <dgm:cxn modelId="{F4C8B3E0-64F1-4E64-9900-6AD696774970}" type="presOf" srcId="{55177B3E-8468-4C36-BFDB-A77EC97DACAB}" destId="{62975EB7-8706-4DC6-B2D6-FD0B8B0E459C}" srcOrd="0" destOrd="0" presId="urn:microsoft.com/office/officeart/2005/8/layout/hierarchy3"/>
    <dgm:cxn modelId="{1F59E021-3BA8-4D9C-9E65-31F236EAF08A}" srcId="{3D2E6696-7D16-4089-8CA9-6012B1D73E05}" destId="{D2EB5B3A-FBAF-404E-BE14-18D5DC31A42B}" srcOrd="1" destOrd="0" parTransId="{5124AFCE-3EED-4C48-BF90-07EDBFFD4593}" sibTransId="{46A0BB67-8321-4BE0-9DD2-16007E1AF1BA}"/>
    <dgm:cxn modelId="{7FB10635-05AF-459F-927E-3CA12669C38C}" srcId="{583EF13A-FA5B-4FF2-8B95-C4AAFD42F6D2}" destId="{8B8D8388-2947-4DAE-8F96-12DADCCBB5B1}" srcOrd="0" destOrd="0" parTransId="{B9927D25-A0BB-456B-B642-7D7E40469215}" sibTransId="{5BA1D46F-8176-466C-8A3C-34D877DFDC55}"/>
    <dgm:cxn modelId="{96A03984-AA56-421F-848B-832C6F520641}" type="presOf" srcId="{583EF13A-FA5B-4FF2-8B95-C4AAFD42F6D2}" destId="{3B245525-B285-4E25-A8E8-4CFD76ADB25F}" srcOrd="0" destOrd="0" presId="urn:microsoft.com/office/officeart/2005/8/layout/hierarchy3"/>
    <dgm:cxn modelId="{C8E74120-A7E0-4802-B616-E817FE07EA38}" type="presOf" srcId="{583EF13A-FA5B-4FF2-8B95-C4AAFD42F6D2}" destId="{D258B914-2E59-4E50-834F-69C6C6807DCA}" srcOrd="1" destOrd="0" presId="urn:microsoft.com/office/officeart/2005/8/layout/hierarchy3"/>
    <dgm:cxn modelId="{D4437FFD-9DA2-40D7-A9A5-651F81F9E152}" type="presOf" srcId="{4D28FCF3-2DF7-4C94-A26D-3CE33F5DB7F6}" destId="{98A58FE5-385E-452B-A607-A462738997A0}" srcOrd="0" destOrd="0" presId="urn:microsoft.com/office/officeart/2005/8/layout/hierarchy3"/>
    <dgm:cxn modelId="{F0F69AAF-4B68-4E21-A2A6-FFC953B290D6}" type="presOf" srcId="{955AF99F-B34D-4E08-A648-47603195F137}" destId="{B4436F77-013B-4A35-8D81-1FE4C36C0BC0}" srcOrd="0" destOrd="0" presId="urn:microsoft.com/office/officeart/2005/8/layout/hierarchy3"/>
    <dgm:cxn modelId="{5944CA3E-8DE3-4EB6-B2AD-F6C9A14CE4AA}" type="presOf" srcId="{D2EB5B3A-FBAF-404E-BE14-18D5DC31A42B}" destId="{1400F463-AF3E-4000-A048-32DDB2E9E48A}" srcOrd="1" destOrd="0" presId="urn:microsoft.com/office/officeart/2005/8/layout/hierarchy3"/>
    <dgm:cxn modelId="{46EBDFB2-7944-44F7-8C3F-5B3917EFA4FB}" type="presOf" srcId="{955AF99F-B34D-4E08-A648-47603195F137}" destId="{7311231E-975B-49A0-A0A1-E053CE3FD7F0}" srcOrd="1" destOrd="0" presId="urn:microsoft.com/office/officeart/2005/8/layout/hierarchy3"/>
    <dgm:cxn modelId="{2AC31D9D-75D6-4D60-B6F9-8B63C49D784B}" type="presOf" srcId="{B78EED10-054C-4C13-8814-976E66745D1A}" destId="{93069363-B2B6-4747-A6C9-F892083C39FD}" srcOrd="0" destOrd="0" presId="urn:microsoft.com/office/officeart/2005/8/layout/hierarchy3"/>
    <dgm:cxn modelId="{CCAE4B8D-F855-422D-919B-DD4BC194FBB2}" srcId="{D2EB5B3A-FBAF-404E-BE14-18D5DC31A42B}" destId="{D447DFFD-48A4-416B-BFE1-528A1B8FA07D}" srcOrd="0" destOrd="0" parTransId="{4D28FCF3-2DF7-4C94-A26D-3CE33F5DB7F6}" sibTransId="{972EEBF3-6FAB-47BE-9DEF-ADD831539ABA}"/>
    <dgm:cxn modelId="{B5AF86FC-5896-4DEB-B4B6-E02063A83072}" type="presOf" srcId="{B9927D25-A0BB-456B-B642-7D7E40469215}" destId="{947CAA23-3035-4316-9CC8-115108839A39}" srcOrd="0" destOrd="0" presId="urn:microsoft.com/office/officeart/2005/8/layout/hierarchy3"/>
    <dgm:cxn modelId="{54E02E1F-3850-4893-8478-ED8742E75625}" srcId="{583EF13A-FA5B-4FF2-8B95-C4AAFD42F6D2}" destId="{B78EED10-054C-4C13-8814-976E66745D1A}" srcOrd="1" destOrd="0" parTransId="{2D11DB1A-5A8F-484C-A931-8707C4DCB1EB}" sibTransId="{1400958E-59D9-4767-8E3F-E238A692B9FA}"/>
    <dgm:cxn modelId="{D6458B2B-4897-432B-A44E-74F7DC7A2126}" type="presOf" srcId="{D2EB5B3A-FBAF-404E-BE14-18D5DC31A42B}" destId="{59DA019A-3A14-4840-A02C-9957C7405265}" srcOrd="0" destOrd="0" presId="urn:microsoft.com/office/officeart/2005/8/layout/hierarchy3"/>
    <dgm:cxn modelId="{3E94927A-0031-4F91-8505-DCF7A8970057}" type="presOf" srcId="{8B8D8388-2947-4DAE-8F96-12DADCCBB5B1}" destId="{CE9C1A7D-E07B-4290-BF85-18D4DC7BE80B}" srcOrd="0" destOrd="0" presId="urn:microsoft.com/office/officeart/2005/8/layout/hierarchy3"/>
    <dgm:cxn modelId="{0A3A962C-9E86-44B8-BDB6-5D16C190570F}" srcId="{3D2E6696-7D16-4089-8CA9-6012B1D73E05}" destId="{583EF13A-FA5B-4FF2-8B95-C4AAFD42F6D2}" srcOrd="2" destOrd="0" parTransId="{7A7FE62F-A87A-4202-9116-F9501EDCE960}" sibTransId="{D8A759F8-CE12-497B-AF91-8CC4E1C23234}"/>
    <dgm:cxn modelId="{57245A22-4C59-40A9-B68F-D63C688E01B9}" srcId="{3D2E6696-7D16-4089-8CA9-6012B1D73E05}" destId="{955AF99F-B34D-4E08-A648-47603195F137}" srcOrd="0" destOrd="0" parTransId="{930EAB18-5B52-4560-A0CB-A6F98D907C15}" sibTransId="{85D3CAF9-7F50-4469-A56A-F58AD4B6570C}"/>
    <dgm:cxn modelId="{68E56A62-0FEA-4E71-B94A-0FE731187B1C}" type="presOf" srcId="{3D2E6696-7D16-4089-8CA9-6012B1D73E05}" destId="{08D8F0A0-EA5C-44A7-8ADC-C752AB4C54FA}" srcOrd="0" destOrd="0" presId="urn:microsoft.com/office/officeart/2005/8/layout/hierarchy3"/>
    <dgm:cxn modelId="{F720B48B-3D8B-4BAC-8D9E-F6A64166BEC0}" type="presOf" srcId="{AB34B524-10F8-4D54-8C91-7E2C5D30DC85}" destId="{E078D42B-CA73-48ED-B365-F5950FB2ABA1}" srcOrd="0" destOrd="0" presId="urn:microsoft.com/office/officeart/2005/8/layout/hierarchy3"/>
    <dgm:cxn modelId="{0D51E601-E543-4193-953F-CB9D4FCF1829}" type="presOf" srcId="{2D11DB1A-5A8F-484C-A931-8707C4DCB1EB}" destId="{7591CA82-5EC4-4118-BC17-A1BFFABD3FBF}" srcOrd="0" destOrd="0" presId="urn:microsoft.com/office/officeart/2005/8/layout/hierarchy3"/>
    <dgm:cxn modelId="{4CA81404-5D0F-4E43-B671-F5F78648B733}" srcId="{D2EB5B3A-FBAF-404E-BE14-18D5DC31A42B}" destId="{55177B3E-8468-4C36-BFDB-A77EC97DACAB}" srcOrd="1" destOrd="0" parTransId="{AB34B524-10F8-4D54-8C91-7E2C5D30DC85}" sibTransId="{3D89A3D6-7C55-44A8-8496-1C2BFC0EB69C}"/>
    <dgm:cxn modelId="{D978554D-ADDF-4F22-AB66-CBC46CCBB527}" type="presParOf" srcId="{08D8F0A0-EA5C-44A7-8ADC-C752AB4C54FA}" destId="{CA5D8FB5-8A4E-47EC-9DF6-8C6FBE5A2F52}" srcOrd="0" destOrd="0" presId="urn:microsoft.com/office/officeart/2005/8/layout/hierarchy3"/>
    <dgm:cxn modelId="{57AB8286-8999-4EED-98AE-EAB2494787FF}" type="presParOf" srcId="{CA5D8FB5-8A4E-47EC-9DF6-8C6FBE5A2F52}" destId="{91BC7D85-53A8-4ACB-8392-115C0433B1D7}" srcOrd="0" destOrd="0" presId="urn:microsoft.com/office/officeart/2005/8/layout/hierarchy3"/>
    <dgm:cxn modelId="{DCBE6F5B-516A-4AD9-9649-63691E401F4E}" type="presParOf" srcId="{91BC7D85-53A8-4ACB-8392-115C0433B1D7}" destId="{B4436F77-013B-4A35-8D81-1FE4C36C0BC0}" srcOrd="0" destOrd="0" presId="urn:microsoft.com/office/officeart/2005/8/layout/hierarchy3"/>
    <dgm:cxn modelId="{5A76AD93-628A-4078-A072-C94289CDCCBE}" type="presParOf" srcId="{91BC7D85-53A8-4ACB-8392-115C0433B1D7}" destId="{7311231E-975B-49A0-A0A1-E053CE3FD7F0}" srcOrd="1" destOrd="0" presId="urn:microsoft.com/office/officeart/2005/8/layout/hierarchy3"/>
    <dgm:cxn modelId="{06E07E79-CDF5-4119-B748-AE089D3B4CB6}" type="presParOf" srcId="{CA5D8FB5-8A4E-47EC-9DF6-8C6FBE5A2F52}" destId="{ABD7BAB6-19F8-42DC-A132-6FF3C261C4CA}" srcOrd="1" destOrd="0" presId="urn:microsoft.com/office/officeart/2005/8/layout/hierarchy3"/>
    <dgm:cxn modelId="{1C9B4BE9-9133-4DEA-870B-E700A5C22F68}" type="presParOf" srcId="{08D8F0A0-EA5C-44A7-8ADC-C752AB4C54FA}" destId="{194B4ADA-37B9-4E23-8A74-95F1F485631F}" srcOrd="1" destOrd="0" presId="urn:microsoft.com/office/officeart/2005/8/layout/hierarchy3"/>
    <dgm:cxn modelId="{DE2A0625-B0F2-4766-B81C-718BDA26A35B}" type="presParOf" srcId="{194B4ADA-37B9-4E23-8A74-95F1F485631F}" destId="{231DB839-8534-4BD9-8FF2-D7DA66651B12}" srcOrd="0" destOrd="0" presId="urn:microsoft.com/office/officeart/2005/8/layout/hierarchy3"/>
    <dgm:cxn modelId="{F8A9B4B2-82DC-40EB-9FC1-A9E513DD3AEF}" type="presParOf" srcId="{231DB839-8534-4BD9-8FF2-D7DA66651B12}" destId="{59DA019A-3A14-4840-A02C-9957C7405265}" srcOrd="0" destOrd="0" presId="urn:microsoft.com/office/officeart/2005/8/layout/hierarchy3"/>
    <dgm:cxn modelId="{58E0B083-FA38-4A8E-B864-0DE8887686C8}" type="presParOf" srcId="{231DB839-8534-4BD9-8FF2-D7DA66651B12}" destId="{1400F463-AF3E-4000-A048-32DDB2E9E48A}" srcOrd="1" destOrd="0" presId="urn:microsoft.com/office/officeart/2005/8/layout/hierarchy3"/>
    <dgm:cxn modelId="{36F1A2E3-6CEF-44BE-9D6E-2EFD66B95EC3}" type="presParOf" srcId="{194B4ADA-37B9-4E23-8A74-95F1F485631F}" destId="{661DE2B9-807C-4F01-A0CD-6E47A4576569}" srcOrd="1" destOrd="0" presId="urn:microsoft.com/office/officeart/2005/8/layout/hierarchy3"/>
    <dgm:cxn modelId="{AEC97822-E17A-4857-AD95-8807A81470B7}" type="presParOf" srcId="{661DE2B9-807C-4F01-A0CD-6E47A4576569}" destId="{98A58FE5-385E-452B-A607-A462738997A0}" srcOrd="0" destOrd="0" presId="urn:microsoft.com/office/officeart/2005/8/layout/hierarchy3"/>
    <dgm:cxn modelId="{ACD86CD9-93E5-46BE-990A-5473ADC70CE1}" type="presParOf" srcId="{661DE2B9-807C-4F01-A0CD-6E47A4576569}" destId="{C276CF28-A347-4ECB-B182-03AFC164A00B}" srcOrd="1" destOrd="0" presId="urn:microsoft.com/office/officeart/2005/8/layout/hierarchy3"/>
    <dgm:cxn modelId="{18B13569-0736-417E-A449-3F3176349591}" type="presParOf" srcId="{661DE2B9-807C-4F01-A0CD-6E47A4576569}" destId="{E078D42B-CA73-48ED-B365-F5950FB2ABA1}" srcOrd="2" destOrd="0" presId="urn:microsoft.com/office/officeart/2005/8/layout/hierarchy3"/>
    <dgm:cxn modelId="{8794C30D-52A3-47C4-A123-D00632C91454}" type="presParOf" srcId="{661DE2B9-807C-4F01-A0CD-6E47A4576569}" destId="{62975EB7-8706-4DC6-B2D6-FD0B8B0E459C}" srcOrd="3" destOrd="0" presId="urn:microsoft.com/office/officeart/2005/8/layout/hierarchy3"/>
    <dgm:cxn modelId="{731857AC-CA4A-45A0-90A3-3FA45A85EC14}" type="presParOf" srcId="{08D8F0A0-EA5C-44A7-8ADC-C752AB4C54FA}" destId="{3D2B0019-B73D-4D3D-A52F-588FDA596876}" srcOrd="2" destOrd="0" presId="urn:microsoft.com/office/officeart/2005/8/layout/hierarchy3"/>
    <dgm:cxn modelId="{2DD9DCFD-C238-4BEC-BCF8-8983492F3E92}" type="presParOf" srcId="{3D2B0019-B73D-4D3D-A52F-588FDA596876}" destId="{C48C8AEF-37FD-4DBA-ACE7-FDDE92761FB7}" srcOrd="0" destOrd="0" presId="urn:microsoft.com/office/officeart/2005/8/layout/hierarchy3"/>
    <dgm:cxn modelId="{54E0A869-443D-422E-9588-CCAC4FD864D9}" type="presParOf" srcId="{C48C8AEF-37FD-4DBA-ACE7-FDDE92761FB7}" destId="{3B245525-B285-4E25-A8E8-4CFD76ADB25F}" srcOrd="0" destOrd="0" presId="urn:microsoft.com/office/officeart/2005/8/layout/hierarchy3"/>
    <dgm:cxn modelId="{0138ACDD-2FF8-4181-95F0-D78F4F5F57BA}" type="presParOf" srcId="{C48C8AEF-37FD-4DBA-ACE7-FDDE92761FB7}" destId="{D258B914-2E59-4E50-834F-69C6C6807DCA}" srcOrd="1" destOrd="0" presId="urn:microsoft.com/office/officeart/2005/8/layout/hierarchy3"/>
    <dgm:cxn modelId="{65F76174-E837-45AF-8F8D-63454032BA5B}" type="presParOf" srcId="{3D2B0019-B73D-4D3D-A52F-588FDA596876}" destId="{BC835B68-3FAA-4F18-91CD-C773E349937D}" srcOrd="1" destOrd="0" presId="urn:microsoft.com/office/officeart/2005/8/layout/hierarchy3"/>
    <dgm:cxn modelId="{94B8A439-B825-4FD0-8ABA-CE42BB251A00}" type="presParOf" srcId="{BC835B68-3FAA-4F18-91CD-C773E349937D}" destId="{947CAA23-3035-4316-9CC8-115108839A39}" srcOrd="0" destOrd="0" presId="urn:microsoft.com/office/officeart/2005/8/layout/hierarchy3"/>
    <dgm:cxn modelId="{45BE9A6C-07AB-43E5-8208-087639EE6B6B}" type="presParOf" srcId="{BC835B68-3FAA-4F18-91CD-C773E349937D}" destId="{CE9C1A7D-E07B-4290-BF85-18D4DC7BE80B}" srcOrd="1" destOrd="0" presId="urn:microsoft.com/office/officeart/2005/8/layout/hierarchy3"/>
    <dgm:cxn modelId="{CBA474CC-15B5-40B6-916B-D703C6ABFAAB}" type="presParOf" srcId="{BC835B68-3FAA-4F18-91CD-C773E349937D}" destId="{7591CA82-5EC4-4118-BC17-A1BFFABD3FBF}" srcOrd="2" destOrd="0" presId="urn:microsoft.com/office/officeart/2005/8/layout/hierarchy3"/>
    <dgm:cxn modelId="{ADE56603-AB84-4DAF-B03C-956CC40907BF}" type="presParOf" srcId="{BC835B68-3FAA-4F18-91CD-C773E349937D}" destId="{93069363-B2B6-4747-A6C9-F892083C39FD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80ECA4-CCA8-4CA0-9793-54336B6A8EB4}" type="doc">
      <dgm:prSet loTypeId="urn:microsoft.com/office/officeart/2005/8/layout/hierarchy3" loCatId="hierarchy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7C2186AB-C949-4615-9AFE-E7973A60F52E}">
      <dgm:prSet phldrT="[Текст]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Размер организации</a:t>
          </a:r>
        </a:p>
      </dgm:t>
    </dgm:pt>
    <dgm:pt modelId="{575E97C6-8E7C-4F44-91C7-F348A82B2AF4}" type="parTrans" cxnId="{8CAD19EF-BFE3-4B7D-B796-9BC1207F07C8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A5BAE-8DB4-4759-9228-6109C5868DAA}" type="sibTrans" cxnId="{8CAD19EF-BFE3-4B7D-B796-9BC1207F07C8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DC4E69-0CEE-47D0-B123-3DB0143FE8AF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Внешние условия</a:t>
          </a:r>
        </a:p>
      </dgm:t>
    </dgm:pt>
    <dgm:pt modelId="{943A43DC-778B-4373-B230-F3454480A8C0}" type="parTrans" cxnId="{FFDA4B82-CF25-4BD3-B18B-55C516BB0B75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46B547-56C8-4275-820A-56FEAA5852D5}" type="sibTrans" cxnId="{FFDA4B82-CF25-4BD3-B18B-55C516BB0B75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8E6AC1-C657-40FB-ADFC-35B995478C78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Уровень неопределенности и стабильности</a:t>
          </a:r>
        </a:p>
      </dgm:t>
    </dgm:pt>
    <dgm:pt modelId="{1230F82F-C6F0-4B6F-B372-2F46671A8341}" type="parTrans" cxnId="{CDFD2E0D-E56F-4FEC-8EC6-3E7D5945BD22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2FDA67-3847-4F1D-81F2-7763A760B8E9}" type="sibTrans" cxnId="{CDFD2E0D-E56F-4FEC-8EC6-3E7D5945BD22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14B57D-DD38-4EDB-B98C-DDFDA9306EBF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Стратегия</a:t>
          </a:r>
        </a:p>
      </dgm:t>
    </dgm:pt>
    <dgm:pt modelId="{11474DE7-FB04-40F6-97A1-6089210707C0}" type="parTrans" cxnId="{9AEEF037-5228-4BC0-8DDD-F52A560F5076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90E146-59F0-4230-8114-532902073782}" type="sibTrans" cxnId="{9AEEF037-5228-4BC0-8DDD-F52A560F5076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045085-56A4-427C-ACC7-4DFE7681BA9F}">
      <dgm:prSet/>
      <dgm:spPr/>
      <dgm:t>
        <a:bodyPr/>
        <a:lstStyle/>
        <a:p>
          <a:r>
            <a:rPr lang="ru-RU">
              <a:latin typeface="Arial" panose="020B0604020202020204" pitchFamily="34" charset="0"/>
              <a:cs typeface="Arial" panose="020B0604020202020204" pitchFamily="34" charset="0"/>
            </a:rPr>
            <a:t>Эффективность</a:t>
          </a:r>
        </a:p>
      </dgm:t>
    </dgm:pt>
    <dgm:pt modelId="{7D10C2A3-40E4-4561-B30B-2909D9E400C3}" type="parTrans" cxnId="{3639AA02-FA98-47A2-93B5-30552D50DB1A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E445B8-F3F6-4F12-BEB1-7EEF19E3F565}" type="sibTrans" cxnId="{3639AA02-FA98-47A2-93B5-30552D50DB1A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33C18C-5C68-4162-8CA0-A66EF512555A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Инновации, качество, дифференциация</a:t>
          </a:r>
        </a:p>
      </dgm:t>
    </dgm:pt>
    <dgm:pt modelId="{6F351312-B781-4209-BCF0-F21D3CAC34FB}" type="parTrans" cxnId="{5C7ABEB5-827D-4784-BA5C-C56197C4CB1C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D73A2A-DC06-4C09-800D-C09FE97D2609}" type="sibTrans" cxnId="{5C7ABEB5-827D-4784-BA5C-C56197C4CB1C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6D5293-5133-4C16-9C79-FEE15FC66FAA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Технология</a:t>
          </a:r>
        </a:p>
      </dgm:t>
    </dgm:pt>
    <dgm:pt modelId="{60D0DD55-ED3B-4C42-8F16-A47344F98245}" type="parTrans" cxnId="{E4D5161C-47CB-44CE-BBB3-2E5F74CE4660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4E90D2-44CD-4138-84CD-43E0A0C79828}" type="sibTrans" cxnId="{E4D5161C-47CB-44CE-BBB3-2E5F74CE4660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8932BF-3549-4194-B8F6-03D473599007}">
      <dgm:prSet/>
      <dgm:spPr/>
      <dgm:t>
        <a:bodyPr/>
        <a:lstStyle/>
        <a:p>
          <a:r>
            <a:rPr lang="ru-RU">
              <a:latin typeface="Arial" panose="020B0604020202020204" pitchFamily="34" charset="0"/>
              <a:cs typeface="Arial" panose="020B0604020202020204" pitchFamily="34" charset="0"/>
            </a:rPr>
            <a:t>Уровень независимости</a:t>
          </a:r>
        </a:p>
      </dgm:t>
    </dgm:pt>
    <dgm:pt modelId="{E34E59C7-F6EC-4DC3-B4F7-136658DF18F7}" type="parTrans" cxnId="{F421BE1A-ADA3-42D6-A776-395F58AAB653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933520-1DD6-4FEA-B9D2-7D45B83230CA}" type="sibTrans" cxnId="{F421BE1A-ADA3-42D6-A776-395F58AAB653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289064-57D6-45B4-AE9A-C74200FE2051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Какая степень гибкости / адаптивности необходима</a:t>
          </a:r>
        </a:p>
      </dgm:t>
    </dgm:pt>
    <dgm:pt modelId="{F718095D-E0CB-4DDD-A707-6DBE8EC73E15}" type="parTrans" cxnId="{DD7A9100-28F4-4F42-A0D5-747AFD31849D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C4ABC8-8F4E-40B4-91A6-3BDB5387211B}" type="sibTrans" cxnId="{DD7A9100-28F4-4F42-A0D5-747AFD31849D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1FBF4A-E068-4A7A-97A9-C496CA7EE30F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На чем необходимо сконцентрироваться?</a:t>
          </a:r>
        </a:p>
      </dgm:t>
    </dgm:pt>
    <dgm:pt modelId="{F034707C-13D1-4F4B-91C9-006815B8EAF1}" type="parTrans" cxnId="{2F407CA7-E03A-49A3-82B8-02209432969C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3808DF-8A01-496E-9F2C-CBB5AF33670D}" type="sibTrans" cxnId="{2F407CA7-E03A-49A3-82B8-02209432969C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95BF5D-8FBB-44FC-86A7-4FDB14E119CE}">
      <dgm:prSet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Какой уровень координации требуется?</a:t>
          </a:r>
        </a:p>
      </dgm:t>
    </dgm:pt>
    <dgm:pt modelId="{DD2C29D3-5D32-4E56-9AB6-0A37CE9245E8}" type="parTrans" cxnId="{35E31008-34F3-40E8-BC9C-C3C4BC843379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63D28E-99A4-45F4-BEDD-5F36199FA808}" type="sibTrans" cxnId="{35E31008-34F3-40E8-BC9C-C3C4BC843379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351863-5E5C-4026-BA65-1D1AE25E835A}" type="pres">
      <dgm:prSet presAssocID="{E680ECA4-CCA8-4CA0-9793-54336B6A8EB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BAF92FE3-12C9-4684-B880-D0703640DE06}" type="pres">
      <dgm:prSet presAssocID="{7C2186AB-C949-4615-9AFE-E7973A60F52E}" presName="root" presStyleCnt="0"/>
      <dgm:spPr/>
    </dgm:pt>
    <dgm:pt modelId="{BECE6E0A-4997-49DF-8DA4-E507C077A8BC}" type="pres">
      <dgm:prSet presAssocID="{7C2186AB-C949-4615-9AFE-E7973A60F52E}" presName="rootComposite" presStyleCnt="0"/>
      <dgm:spPr/>
    </dgm:pt>
    <dgm:pt modelId="{6A619086-CBB3-4059-8E22-4F00C48D12DC}" type="pres">
      <dgm:prSet presAssocID="{7C2186AB-C949-4615-9AFE-E7973A60F52E}" presName="rootText" presStyleLbl="node1" presStyleIdx="0" presStyleCnt="6"/>
      <dgm:spPr/>
      <dgm:t>
        <a:bodyPr/>
        <a:lstStyle/>
        <a:p>
          <a:endParaRPr lang="ru-RU"/>
        </a:p>
      </dgm:t>
    </dgm:pt>
    <dgm:pt modelId="{51554E45-1FE8-45EE-9E89-63FBF7E4FCCB}" type="pres">
      <dgm:prSet presAssocID="{7C2186AB-C949-4615-9AFE-E7973A60F52E}" presName="rootConnector" presStyleLbl="node1" presStyleIdx="0" presStyleCnt="6"/>
      <dgm:spPr/>
      <dgm:t>
        <a:bodyPr/>
        <a:lstStyle/>
        <a:p>
          <a:endParaRPr lang="ru-RU"/>
        </a:p>
      </dgm:t>
    </dgm:pt>
    <dgm:pt modelId="{3F40F778-A6B7-4563-AF5C-5D2E633B0372}" type="pres">
      <dgm:prSet presAssocID="{7C2186AB-C949-4615-9AFE-E7973A60F52E}" presName="childShape" presStyleCnt="0"/>
      <dgm:spPr/>
    </dgm:pt>
    <dgm:pt modelId="{908A9DAD-FA06-4380-9141-D5FCCB42580E}" type="pres">
      <dgm:prSet presAssocID="{B7DC4E69-0CEE-47D0-B123-3DB0143FE8AF}" presName="root" presStyleCnt="0"/>
      <dgm:spPr/>
    </dgm:pt>
    <dgm:pt modelId="{3E531F7A-2369-44ED-9DD9-4FB91AAAE663}" type="pres">
      <dgm:prSet presAssocID="{B7DC4E69-0CEE-47D0-B123-3DB0143FE8AF}" presName="rootComposite" presStyleCnt="0"/>
      <dgm:spPr/>
    </dgm:pt>
    <dgm:pt modelId="{3ADA0185-4445-4F52-9886-5DC0A9754915}" type="pres">
      <dgm:prSet presAssocID="{B7DC4E69-0CEE-47D0-B123-3DB0143FE8AF}" presName="rootText" presStyleLbl="node1" presStyleIdx="1" presStyleCnt="6"/>
      <dgm:spPr/>
      <dgm:t>
        <a:bodyPr/>
        <a:lstStyle/>
        <a:p>
          <a:endParaRPr lang="ru-RU"/>
        </a:p>
      </dgm:t>
    </dgm:pt>
    <dgm:pt modelId="{9CB65E49-CC0F-4ADA-9135-3512B25642E2}" type="pres">
      <dgm:prSet presAssocID="{B7DC4E69-0CEE-47D0-B123-3DB0143FE8AF}" presName="rootConnector" presStyleLbl="node1" presStyleIdx="1" presStyleCnt="6"/>
      <dgm:spPr/>
      <dgm:t>
        <a:bodyPr/>
        <a:lstStyle/>
        <a:p>
          <a:endParaRPr lang="ru-RU"/>
        </a:p>
      </dgm:t>
    </dgm:pt>
    <dgm:pt modelId="{A098F0C5-4EA6-4724-AB50-190721175394}" type="pres">
      <dgm:prSet presAssocID="{B7DC4E69-0CEE-47D0-B123-3DB0143FE8AF}" presName="childShape" presStyleCnt="0"/>
      <dgm:spPr/>
    </dgm:pt>
    <dgm:pt modelId="{871B8A4B-2D30-470C-99E6-182E8C7BF85B}" type="pres">
      <dgm:prSet presAssocID="{F718095D-E0CB-4DDD-A707-6DBE8EC73E15}" presName="Name13" presStyleLbl="parChTrans1D2" presStyleIdx="0" presStyleCnt="5"/>
      <dgm:spPr/>
      <dgm:t>
        <a:bodyPr/>
        <a:lstStyle/>
        <a:p>
          <a:endParaRPr lang="ru-RU"/>
        </a:p>
      </dgm:t>
    </dgm:pt>
    <dgm:pt modelId="{000CC6CC-FF39-413B-854F-FF7CD510372E}" type="pres">
      <dgm:prSet presAssocID="{65289064-57D6-45B4-AE9A-C74200FE2051}" presName="childText" presStyleLbl="b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55B898-2D6B-4B77-BCCE-BDC5A49AF782}" type="pres">
      <dgm:prSet presAssocID="{1230F82F-C6F0-4B6F-B372-2F46671A8341}" presName="Name13" presStyleLbl="parChTrans1D2" presStyleIdx="1" presStyleCnt="5"/>
      <dgm:spPr/>
      <dgm:t>
        <a:bodyPr/>
        <a:lstStyle/>
        <a:p>
          <a:endParaRPr lang="ru-RU"/>
        </a:p>
      </dgm:t>
    </dgm:pt>
    <dgm:pt modelId="{93C650D8-29FA-4961-93D8-6F2763424D65}" type="pres">
      <dgm:prSet presAssocID="{688E6AC1-C657-40FB-ADFC-35B995478C78}" presName="childText" presStyleLbl="bgAcc1" presStyleIdx="1" presStyleCnt="5" custScaleX="14633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82FED0-82D8-405F-8AF9-0365D9D5AB6C}" type="pres">
      <dgm:prSet presAssocID="{8614B57D-DD38-4EDB-B98C-DDFDA9306EBF}" presName="root" presStyleCnt="0"/>
      <dgm:spPr/>
    </dgm:pt>
    <dgm:pt modelId="{746DA0B0-6634-4733-BFFF-FED0D8DA0BA1}" type="pres">
      <dgm:prSet presAssocID="{8614B57D-DD38-4EDB-B98C-DDFDA9306EBF}" presName="rootComposite" presStyleCnt="0"/>
      <dgm:spPr/>
    </dgm:pt>
    <dgm:pt modelId="{7DEFBAE4-1DB9-4E44-AB30-9C98134CEC47}" type="pres">
      <dgm:prSet presAssocID="{8614B57D-DD38-4EDB-B98C-DDFDA9306EBF}" presName="rootText" presStyleLbl="node1" presStyleIdx="2" presStyleCnt="6"/>
      <dgm:spPr/>
      <dgm:t>
        <a:bodyPr/>
        <a:lstStyle/>
        <a:p>
          <a:endParaRPr lang="ru-RU"/>
        </a:p>
      </dgm:t>
    </dgm:pt>
    <dgm:pt modelId="{C851BDED-4831-4299-971F-57E39E29D881}" type="pres">
      <dgm:prSet presAssocID="{8614B57D-DD38-4EDB-B98C-DDFDA9306EBF}" presName="rootConnector" presStyleLbl="node1" presStyleIdx="2" presStyleCnt="6"/>
      <dgm:spPr/>
      <dgm:t>
        <a:bodyPr/>
        <a:lstStyle/>
        <a:p>
          <a:endParaRPr lang="ru-RU"/>
        </a:p>
      </dgm:t>
    </dgm:pt>
    <dgm:pt modelId="{3693BEC6-935E-46DE-A4C7-DB5F9A840AC0}" type="pres">
      <dgm:prSet presAssocID="{8614B57D-DD38-4EDB-B98C-DDFDA9306EBF}" presName="childShape" presStyleCnt="0"/>
      <dgm:spPr/>
    </dgm:pt>
    <dgm:pt modelId="{74A98E7E-8D94-4AD2-8E32-868CFDBE2F96}" type="pres">
      <dgm:prSet presAssocID="{F034707C-13D1-4F4B-91C9-006815B8EAF1}" presName="Name13" presStyleLbl="parChTrans1D2" presStyleIdx="2" presStyleCnt="5"/>
      <dgm:spPr/>
      <dgm:t>
        <a:bodyPr/>
        <a:lstStyle/>
        <a:p>
          <a:endParaRPr lang="ru-RU"/>
        </a:p>
      </dgm:t>
    </dgm:pt>
    <dgm:pt modelId="{CF662B2C-F63E-4EEB-B886-3155EABB0A86}" type="pres">
      <dgm:prSet presAssocID="{BF1FBF4A-E068-4A7A-97A9-C496CA7EE30F}" presName="childText" presStyleLbl="bgAcc1" presStyleIdx="2" presStyleCnt="5" custScaleX="13769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B228B0-6D66-43A9-A0C0-256A8832D2E5}" type="pres">
      <dgm:prSet presAssocID="{18045085-56A4-427C-ACC7-4DFE7681BA9F}" presName="root" presStyleCnt="0"/>
      <dgm:spPr/>
    </dgm:pt>
    <dgm:pt modelId="{A157AB44-EEDA-4369-8D42-CDDDD9D6E7F6}" type="pres">
      <dgm:prSet presAssocID="{18045085-56A4-427C-ACC7-4DFE7681BA9F}" presName="rootComposite" presStyleCnt="0"/>
      <dgm:spPr/>
    </dgm:pt>
    <dgm:pt modelId="{963BCD89-69AF-4F41-90CA-8A66B6B514DC}" type="pres">
      <dgm:prSet presAssocID="{18045085-56A4-427C-ACC7-4DFE7681BA9F}" presName="rootText" presStyleLbl="node1" presStyleIdx="3" presStyleCnt="6"/>
      <dgm:spPr/>
      <dgm:t>
        <a:bodyPr/>
        <a:lstStyle/>
        <a:p>
          <a:endParaRPr lang="ru-RU"/>
        </a:p>
      </dgm:t>
    </dgm:pt>
    <dgm:pt modelId="{E27FC19C-62F6-4E45-9A1B-3255B280A7BC}" type="pres">
      <dgm:prSet presAssocID="{18045085-56A4-427C-ACC7-4DFE7681BA9F}" presName="rootConnector" presStyleLbl="node1" presStyleIdx="3" presStyleCnt="6"/>
      <dgm:spPr/>
      <dgm:t>
        <a:bodyPr/>
        <a:lstStyle/>
        <a:p>
          <a:endParaRPr lang="ru-RU"/>
        </a:p>
      </dgm:t>
    </dgm:pt>
    <dgm:pt modelId="{42EA654F-CE43-4CA7-8745-E41BD1FA44BF}" type="pres">
      <dgm:prSet presAssocID="{18045085-56A4-427C-ACC7-4DFE7681BA9F}" presName="childShape" presStyleCnt="0"/>
      <dgm:spPr/>
    </dgm:pt>
    <dgm:pt modelId="{E04B970D-604D-48D3-8D8D-EBF4C29777DC}" type="pres">
      <dgm:prSet presAssocID="{6F351312-B781-4209-BCF0-F21D3CAC34FB}" presName="Name13" presStyleLbl="parChTrans1D2" presStyleIdx="3" presStyleCnt="5"/>
      <dgm:spPr/>
      <dgm:t>
        <a:bodyPr/>
        <a:lstStyle/>
        <a:p>
          <a:endParaRPr lang="ru-RU"/>
        </a:p>
      </dgm:t>
    </dgm:pt>
    <dgm:pt modelId="{AE0705B0-9630-4DCB-900F-D5E84DB765B8}" type="pres">
      <dgm:prSet presAssocID="{6033C18C-5C68-4162-8CA0-A66EF512555A}" presName="childText" presStyleLbl="bgAcc1" presStyleIdx="3" presStyleCnt="5" custScaleX="1188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90497C-0466-4053-8E86-F84E7BE866A5}" type="pres">
      <dgm:prSet presAssocID="{C36D5293-5133-4C16-9C79-FEE15FC66FAA}" presName="root" presStyleCnt="0"/>
      <dgm:spPr/>
    </dgm:pt>
    <dgm:pt modelId="{90188D5F-F57C-4C76-B8DC-F36DB2BFBF1A}" type="pres">
      <dgm:prSet presAssocID="{C36D5293-5133-4C16-9C79-FEE15FC66FAA}" presName="rootComposite" presStyleCnt="0"/>
      <dgm:spPr/>
    </dgm:pt>
    <dgm:pt modelId="{8EDF2734-DA1C-4F43-8299-0E2386CB6E45}" type="pres">
      <dgm:prSet presAssocID="{C36D5293-5133-4C16-9C79-FEE15FC66FAA}" presName="rootText" presStyleLbl="node1" presStyleIdx="4" presStyleCnt="6"/>
      <dgm:spPr/>
      <dgm:t>
        <a:bodyPr/>
        <a:lstStyle/>
        <a:p>
          <a:endParaRPr lang="ru-RU"/>
        </a:p>
      </dgm:t>
    </dgm:pt>
    <dgm:pt modelId="{B15BB453-9561-4E45-8EC2-7C7BA8744483}" type="pres">
      <dgm:prSet presAssocID="{C36D5293-5133-4C16-9C79-FEE15FC66FAA}" presName="rootConnector" presStyleLbl="node1" presStyleIdx="4" presStyleCnt="6"/>
      <dgm:spPr/>
      <dgm:t>
        <a:bodyPr/>
        <a:lstStyle/>
        <a:p>
          <a:endParaRPr lang="ru-RU"/>
        </a:p>
      </dgm:t>
    </dgm:pt>
    <dgm:pt modelId="{3B08FB01-FA7D-4D75-8936-B8FDF18D02A5}" type="pres">
      <dgm:prSet presAssocID="{C36D5293-5133-4C16-9C79-FEE15FC66FAA}" presName="childShape" presStyleCnt="0"/>
      <dgm:spPr/>
    </dgm:pt>
    <dgm:pt modelId="{DDB942D7-C117-4FA6-B75F-AF119C118886}" type="pres">
      <dgm:prSet presAssocID="{DD2C29D3-5D32-4E56-9AB6-0A37CE9245E8}" presName="Name13" presStyleLbl="parChTrans1D2" presStyleIdx="4" presStyleCnt="5"/>
      <dgm:spPr/>
      <dgm:t>
        <a:bodyPr/>
        <a:lstStyle/>
        <a:p>
          <a:endParaRPr lang="ru-RU"/>
        </a:p>
      </dgm:t>
    </dgm:pt>
    <dgm:pt modelId="{F3376BA8-56F5-4F33-92F3-B40C8A44FD6C}" type="pres">
      <dgm:prSet presAssocID="{F095BF5D-8FBB-44FC-86A7-4FDB14E119CE}" presName="childText" presStyleLbl="bgAcc1" presStyleIdx="4" presStyleCnt="5" custScaleX="12855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948149-E52C-4BFF-9CF8-42D297CE7AF3}" type="pres">
      <dgm:prSet presAssocID="{888932BF-3549-4194-B8F6-03D473599007}" presName="root" presStyleCnt="0"/>
      <dgm:spPr/>
    </dgm:pt>
    <dgm:pt modelId="{F5CC90C6-FE06-4510-97AF-0E44EE9AE57A}" type="pres">
      <dgm:prSet presAssocID="{888932BF-3549-4194-B8F6-03D473599007}" presName="rootComposite" presStyleCnt="0"/>
      <dgm:spPr/>
    </dgm:pt>
    <dgm:pt modelId="{30C114A7-051E-48D9-9828-7AE9600026AD}" type="pres">
      <dgm:prSet presAssocID="{888932BF-3549-4194-B8F6-03D473599007}" presName="rootText" presStyleLbl="node1" presStyleIdx="5" presStyleCnt="6"/>
      <dgm:spPr/>
      <dgm:t>
        <a:bodyPr/>
        <a:lstStyle/>
        <a:p>
          <a:endParaRPr lang="ru-RU"/>
        </a:p>
      </dgm:t>
    </dgm:pt>
    <dgm:pt modelId="{75880E65-D243-4A31-B135-3C50F689AE7F}" type="pres">
      <dgm:prSet presAssocID="{888932BF-3549-4194-B8F6-03D473599007}" presName="rootConnector" presStyleLbl="node1" presStyleIdx="5" presStyleCnt="6"/>
      <dgm:spPr/>
      <dgm:t>
        <a:bodyPr/>
        <a:lstStyle/>
        <a:p>
          <a:endParaRPr lang="ru-RU"/>
        </a:p>
      </dgm:t>
    </dgm:pt>
    <dgm:pt modelId="{A02EE65F-7EE5-40D3-AA4D-0B92EF0B0D99}" type="pres">
      <dgm:prSet presAssocID="{888932BF-3549-4194-B8F6-03D473599007}" presName="childShape" presStyleCnt="0"/>
      <dgm:spPr/>
    </dgm:pt>
  </dgm:ptLst>
  <dgm:cxnLst>
    <dgm:cxn modelId="{CDFD2E0D-E56F-4FEC-8EC6-3E7D5945BD22}" srcId="{B7DC4E69-0CEE-47D0-B123-3DB0143FE8AF}" destId="{688E6AC1-C657-40FB-ADFC-35B995478C78}" srcOrd="1" destOrd="0" parTransId="{1230F82F-C6F0-4B6F-B372-2F46671A8341}" sibTransId="{932FDA67-3847-4F1D-81F2-7763A760B8E9}"/>
    <dgm:cxn modelId="{2F407CA7-E03A-49A3-82B8-02209432969C}" srcId="{8614B57D-DD38-4EDB-B98C-DDFDA9306EBF}" destId="{BF1FBF4A-E068-4A7A-97A9-C496CA7EE30F}" srcOrd="0" destOrd="0" parTransId="{F034707C-13D1-4F4B-91C9-006815B8EAF1}" sibTransId="{ED3808DF-8A01-496E-9F2C-CBB5AF33670D}"/>
    <dgm:cxn modelId="{E5C49E02-E0A5-4C41-AE94-AD0615FE61EB}" type="presOf" srcId="{8614B57D-DD38-4EDB-B98C-DDFDA9306EBF}" destId="{C851BDED-4831-4299-971F-57E39E29D881}" srcOrd="1" destOrd="0" presId="urn:microsoft.com/office/officeart/2005/8/layout/hierarchy3"/>
    <dgm:cxn modelId="{C179ADDF-34D3-4F8E-AC28-36BB918E1B0A}" type="presOf" srcId="{888932BF-3549-4194-B8F6-03D473599007}" destId="{30C114A7-051E-48D9-9828-7AE9600026AD}" srcOrd="0" destOrd="0" presId="urn:microsoft.com/office/officeart/2005/8/layout/hierarchy3"/>
    <dgm:cxn modelId="{5C7ABEB5-827D-4784-BA5C-C56197C4CB1C}" srcId="{18045085-56A4-427C-ACC7-4DFE7681BA9F}" destId="{6033C18C-5C68-4162-8CA0-A66EF512555A}" srcOrd="0" destOrd="0" parTransId="{6F351312-B781-4209-BCF0-F21D3CAC34FB}" sibTransId="{DBD73A2A-DC06-4C09-800D-C09FE97D2609}"/>
    <dgm:cxn modelId="{E32DEB14-3A71-4DFD-B979-5BBB5233664C}" type="presOf" srcId="{F034707C-13D1-4F4B-91C9-006815B8EAF1}" destId="{74A98E7E-8D94-4AD2-8E32-868CFDBE2F96}" srcOrd="0" destOrd="0" presId="urn:microsoft.com/office/officeart/2005/8/layout/hierarchy3"/>
    <dgm:cxn modelId="{DD7A9100-28F4-4F42-A0D5-747AFD31849D}" srcId="{B7DC4E69-0CEE-47D0-B123-3DB0143FE8AF}" destId="{65289064-57D6-45B4-AE9A-C74200FE2051}" srcOrd="0" destOrd="0" parTransId="{F718095D-E0CB-4DDD-A707-6DBE8EC73E15}" sibTransId="{89C4ABC8-8F4E-40B4-91A6-3BDB5387211B}"/>
    <dgm:cxn modelId="{495BD1A1-2BA4-4B87-809A-AB6588010474}" type="presOf" srcId="{1230F82F-C6F0-4B6F-B372-2F46671A8341}" destId="{7F55B898-2D6B-4B77-BCCE-BDC5A49AF782}" srcOrd="0" destOrd="0" presId="urn:microsoft.com/office/officeart/2005/8/layout/hierarchy3"/>
    <dgm:cxn modelId="{E68076D9-CC93-4966-92AB-962F115DC5A8}" type="presOf" srcId="{DD2C29D3-5D32-4E56-9AB6-0A37CE9245E8}" destId="{DDB942D7-C117-4FA6-B75F-AF119C118886}" srcOrd="0" destOrd="0" presId="urn:microsoft.com/office/officeart/2005/8/layout/hierarchy3"/>
    <dgm:cxn modelId="{F272E604-AAF0-43EC-9923-C721BC4CFAE5}" type="presOf" srcId="{C36D5293-5133-4C16-9C79-FEE15FC66FAA}" destId="{B15BB453-9561-4E45-8EC2-7C7BA8744483}" srcOrd="1" destOrd="0" presId="urn:microsoft.com/office/officeart/2005/8/layout/hierarchy3"/>
    <dgm:cxn modelId="{0144DD87-3E43-462D-A73C-1F269593EEF1}" type="presOf" srcId="{65289064-57D6-45B4-AE9A-C74200FE2051}" destId="{000CC6CC-FF39-413B-854F-FF7CD510372E}" srcOrd="0" destOrd="0" presId="urn:microsoft.com/office/officeart/2005/8/layout/hierarchy3"/>
    <dgm:cxn modelId="{1507320C-B429-4790-B920-0DBACC6172F9}" type="presOf" srcId="{18045085-56A4-427C-ACC7-4DFE7681BA9F}" destId="{963BCD89-69AF-4F41-90CA-8A66B6B514DC}" srcOrd="0" destOrd="0" presId="urn:microsoft.com/office/officeart/2005/8/layout/hierarchy3"/>
    <dgm:cxn modelId="{9F679B84-36D0-40EC-AC99-0977E83CA5FD}" type="presOf" srcId="{18045085-56A4-427C-ACC7-4DFE7681BA9F}" destId="{E27FC19C-62F6-4E45-9A1B-3255B280A7BC}" srcOrd="1" destOrd="0" presId="urn:microsoft.com/office/officeart/2005/8/layout/hierarchy3"/>
    <dgm:cxn modelId="{92F489BF-8AC1-4285-B181-C574091AB147}" type="presOf" srcId="{6F351312-B781-4209-BCF0-F21D3CAC34FB}" destId="{E04B970D-604D-48D3-8D8D-EBF4C29777DC}" srcOrd="0" destOrd="0" presId="urn:microsoft.com/office/officeart/2005/8/layout/hierarchy3"/>
    <dgm:cxn modelId="{40340D57-4BFC-41AF-A411-FF6D6B0171DB}" type="presOf" srcId="{7C2186AB-C949-4615-9AFE-E7973A60F52E}" destId="{51554E45-1FE8-45EE-9E89-63FBF7E4FCCB}" srcOrd="1" destOrd="0" presId="urn:microsoft.com/office/officeart/2005/8/layout/hierarchy3"/>
    <dgm:cxn modelId="{C17CB265-C2E0-48CB-A4F3-301C2285C305}" type="presOf" srcId="{F718095D-E0CB-4DDD-A707-6DBE8EC73E15}" destId="{871B8A4B-2D30-470C-99E6-182E8C7BF85B}" srcOrd="0" destOrd="0" presId="urn:microsoft.com/office/officeart/2005/8/layout/hierarchy3"/>
    <dgm:cxn modelId="{5A47F5F6-5AA5-42A0-A2D6-CC79C440A960}" type="presOf" srcId="{B7DC4E69-0CEE-47D0-B123-3DB0143FE8AF}" destId="{9CB65E49-CC0F-4ADA-9135-3512B25642E2}" srcOrd="1" destOrd="0" presId="urn:microsoft.com/office/officeart/2005/8/layout/hierarchy3"/>
    <dgm:cxn modelId="{E4D5161C-47CB-44CE-BBB3-2E5F74CE4660}" srcId="{E680ECA4-CCA8-4CA0-9793-54336B6A8EB4}" destId="{C36D5293-5133-4C16-9C79-FEE15FC66FAA}" srcOrd="4" destOrd="0" parTransId="{60D0DD55-ED3B-4C42-8F16-A47344F98245}" sibTransId="{2E4E90D2-44CD-4138-84CD-43E0A0C79828}"/>
    <dgm:cxn modelId="{541E9C44-6259-4CC5-A59A-2F256E46D649}" type="presOf" srcId="{7C2186AB-C949-4615-9AFE-E7973A60F52E}" destId="{6A619086-CBB3-4059-8E22-4F00C48D12DC}" srcOrd="0" destOrd="0" presId="urn:microsoft.com/office/officeart/2005/8/layout/hierarchy3"/>
    <dgm:cxn modelId="{F421BE1A-ADA3-42D6-A776-395F58AAB653}" srcId="{E680ECA4-CCA8-4CA0-9793-54336B6A8EB4}" destId="{888932BF-3549-4194-B8F6-03D473599007}" srcOrd="5" destOrd="0" parTransId="{E34E59C7-F6EC-4DC3-B4F7-136658DF18F7}" sibTransId="{45933520-1DD6-4FEA-B9D2-7D45B83230CA}"/>
    <dgm:cxn modelId="{F8A47325-4423-484B-801C-5C5D226CD501}" type="presOf" srcId="{F095BF5D-8FBB-44FC-86A7-4FDB14E119CE}" destId="{F3376BA8-56F5-4F33-92F3-B40C8A44FD6C}" srcOrd="0" destOrd="0" presId="urn:microsoft.com/office/officeart/2005/8/layout/hierarchy3"/>
    <dgm:cxn modelId="{8E97692B-7709-4539-AF28-DE8694924485}" type="presOf" srcId="{8614B57D-DD38-4EDB-B98C-DDFDA9306EBF}" destId="{7DEFBAE4-1DB9-4E44-AB30-9C98134CEC47}" srcOrd="0" destOrd="0" presId="urn:microsoft.com/office/officeart/2005/8/layout/hierarchy3"/>
    <dgm:cxn modelId="{804133A1-CF07-4E37-905A-23D2D0FC3D92}" type="presOf" srcId="{688E6AC1-C657-40FB-ADFC-35B995478C78}" destId="{93C650D8-29FA-4961-93D8-6F2763424D65}" srcOrd="0" destOrd="0" presId="urn:microsoft.com/office/officeart/2005/8/layout/hierarchy3"/>
    <dgm:cxn modelId="{FFDA4B82-CF25-4BD3-B18B-55C516BB0B75}" srcId="{E680ECA4-CCA8-4CA0-9793-54336B6A8EB4}" destId="{B7DC4E69-0CEE-47D0-B123-3DB0143FE8AF}" srcOrd="1" destOrd="0" parTransId="{943A43DC-778B-4373-B230-F3454480A8C0}" sibTransId="{DD46B547-56C8-4275-820A-56FEAA5852D5}"/>
    <dgm:cxn modelId="{3AC178FA-5C13-4AED-9D4A-47E30C615E38}" type="presOf" srcId="{BF1FBF4A-E068-4A7A-97A9-C496CA7EE30F}" destId="{CF662B2C-F63E-4EEB-B886-3155EABB0A86}" srcOrd="0" destOrd="0" presId="urn:microsoft.com/office/officeart/2005/8/layout/hierarchy3"/>
    <dgm:cxn modelId="{9AEEF037-5228-4BC0-8DDD-F52A560F5076}" srcId="{E680ECA4-CCA8-4CA0-9793-54336B6A8EB4}" destId="{8614B57D-DD38-4EDB-B98C-DDFDA9306EBF}" srcOrd="2" destOrd="0" parTransId="{11474DE7-FB04-40F6-97A1-6089210707C0}" sibTransId="{5490E146-59F0-4230-8114-532902073782}"/>
    <dgm:cxn modelId="{D0AD434A-401C-4C18-A0D4-2AED20335141}" type="presOf" srcId="{6033C18C-5C68-4162-8CA0-A66EF512555A}" destId="{AE0705B0-9630-4DCB-900F-D5E84DB765B8}" srcOrd="0" destOrd="0" presId="urn:microsoft.com/office/officeart/2005/8/layout/hierarchy3"/>
    <dgm:cxn modelId="{DDA38DA9-6F23-4BEA-9FC3-6334923FC624}" type="presOf" srcId="{B7DC4E69-0CEE-47D0-B123-3DB0143FE8AF}" destId="{3ADA0185-4445-4F52-9886-5DC0A9754915}" srcOrd="0" destOrd="0" presId="urn:microsoft.com/office/officeart/2005/8/layout/hierarchy3"/>
    <dgm:cxn modelId="{A11AE749-A199-4EF2-96BD-C8D3E8F772CC}" type="presOf" srcId="{E680ECA4-CCA8-4CA0-9793-54336B6A8EB4}" destId="{79351863-5E5C-4026-BA65-1D1AE25E835A}" srcOrd="0" destOrd="0" presId="urn:microsoft.com/office/officeart/2005/8/layout/hierarchy3"/>
    <dgm:cxn modelId="{8CAD19EF-BFE3-4B7D-B796-9BC1207F07C8}" srcId="{E680ECA4-CCA8-4CA0-9793-54336B6A8EB4}" destId="{7C2186AB-C949-4615-9AFE-E7973A60F52E}" srcOrd="0" destOrd="0" parTransId="{575E97C6-8E7C-4F44-91C7-F348A82B2AF4}" sibTransId="{2ACA5BAE-8DB4-4759-9228-6109C5868DAA}"/>
    <dgm:cxn modelId="{3639AA02-FA98-47A2-93B5-30552D50DB1A}" srcId="{E680ECA4-CCA8-4CA0-9793-54336B6A8EB4}" destId="{18045085-56A4-427C-ACC7-4DFE7681BA9F}" srcOrd="3" destOrd="0" parTransId="{7D10C2A3-40E4-4561-B30B-2909D9E400C3}" sibTransId="{CDE445B8-F3F6-4F12-BEB1-7EEF19E3F565}"/>
    <dgm:cxn modelId="{35E31008-34F3-40E8-BC9C-C3C4BC843379}" srcId="{C36D5293-5133-4C16-9C79-FEE15FC66FAA}" destId="{F095BF5D-8FBB-44FC-86A7-4FDB14E119CE}" srcOrd="0" destOrd="0" parTransId="{DD2C29D3-5D32-4E56-9AB6-0A37CE9245E8}" sibTransId="{1E63D28E-99A4-45F4-BEDD-5F36199FA808}"/>
    <dgm:cxn modelId="{071C6D4B-509A-4557-B59A-B8C1B3866D90}" type="presOf" srcId="{C36D5293-5133-4C16-9C79-FEE15FC66FAA}" destId="{8EDF2734-DA1C-4F43-8299-0E2386CB6E45}" srcOrd="0" destOrd="0" presId="urn:microsoft.com/office/officeart/2005/8/layout/hierarchy3"/>
    <dgm:cxn modelId="{CE1396C5-B472-4F71-9110-042AF5C57C29}" type="presOf" srcId="{888932BF-3549-4194-B8F6-03D473599007}" destId="{75880E65-D243-4A31-B135-3C50F689AE7F}" srcOrd="1" destOrd="0" presId="urn:microsoft.com/office/officeart/2005/8/layout/hierarchy3"/>
    <dgm:cxn modelId="{EA6D3D9E-C136-4373-B22F-54CD4D4A7DB9}" type="presParOf" srcId="{79351863-5E5C-4026-BA65-1D1AE25E835A}" destId="{BAF92FE3-12C9-4684-B880-D0703640DE06}" srcOrd="0" destOrd="0" presId="urn:microsoft.com/office/officeart/2005/8/layout/hierarchy3"/>
    <dgm:cxn modelId="{9A525BDF-6694-44DC-BA35-B3BDC35A5833}" type="presParOf" srcId="{BAF92FE3-12C9-4684-B880-D0703640DE06}" destId="{BECE6E0A-4997-49DF-8DA4-E507C077A8BC}" srcOrd="0" destOrd="0" presId="urn:microsoft.com/office/officeart/2005/8/layout/hierarchy3"/>
    <dgm:cxn modelId="{736BC3BD-D962-4617-9290-FF363A79438F}" type="presParOf" srcId="{BECE6E0A-4997-49DF-8DA4-E507C077A8BC}" destId="{6A619086-CBB3-4059-8E22-4F00C48D12DC}" srcOrd="0" destOrd="0" presId="urn:microsoft.com/office/officeart/2005/8/layout/hierarchy3"/>
    <dgm:cxn modelId="{BCE4461B-54FE-45BA-A0FF-0FD673CFF8CB}" type="presParOf" srcId="{BECE6E0A-4997-49DF-8DA4-E507C077A8BC}" destId="{51554E45-1FE8-45EE-9E89-63FBF7E4FCCB}" srcOrd="1" destOrd="0" presId="urn:microsoft.com/office/officeart/2005/8/layout/hierarchy3"/>
    <dgm:cxn modelId="{418804FC-4DAB-4F0F-9185-2F8133657EC7}" type="presParOf" srcId="{BAF92FE3-12C9-4684-B880-D0703640DE06}" destId="{3F40F778-A6B7-4563-AF5C-5D2E633B0372}" srcOrd="1" destOrd="0" presId="urn:microsoft.com/office/officeart/2005/8/layout/hierarchy3"/>
    <dgm:cxn modelId="{40FC1F42-6501-423B-9AC7-A4E823BAA134}" type="presParOf" srcId="{79351863-5E5C-4026-BA65-1D1AE25E835A}" destId="{908A9DAD-FA06-4380-9141-D5FCCB42580E}" srcOrd="1" destOrd="0" presId="urn:microsoft.com/office/officeart/2005/8/layout/hierarchy3"/>
    <dgm:cxn modelId="{0C8CD22D-95C6-4288-8718-15F1E8902A4D}" type="presParOf" srcId="{908A9DAD-FA06-4380-9141-D5FCCB42580E}" destId="{3E531F7A-2369-44ED-9DD9-4FB91AAAE663}" srcOrd="0" destOrd="0" presId="urn:microsoft.com/office/officeart/2005/8/layout/hierarchy3"/>
    <dgm:cxn modelId="{097E14F2-FB9E-4E62-BE0C-947042B307BF}" type="presParOf" srcId="{3E531F7A-2369-44ED-9DD9-4FB91AAAE663}" destId="{3ADA0185-4445-4F52-9886-5DC0A9754915}" srcOrd="0" destOrd="0" presId="urn:microsoft.com/office/officeart/2005/8/layout/hierarchy3"/>
    <dgm:cxn modelId="{6F1F6700-8A25-4E6A-A5FF-4761D4728746}" type="presParOf" srcId="{3E531F7A-2369-44ED-9DD9-4FB91AAAE663}" destId="{9CB65E49-CC0F-4ADA-9135-3512B25642E2}" srcOrd="1" destOrd="0" presId="urn:microsoft.com/office/officeart/2005/8/layout/hierarchy3"/>
    <dgm:cxn modelId="{C56B85CA-7CEC-43D7-83BD-37D71153C175}" type="presParOf" srcId="{908A9DAD-FA06-4380-9141-D5FCCB42580E}" destId="{A098F0C5-4EA6-4724-AB50-190721175394}" srcOrd="1" destOrd="0" presId="urn:microsoft.com/office/officeart/2005/8/layout/hierarchy3"/>
    <dgm:cxn modelId="{07C7D4CF-55EE-4E3A-9989-609BC7F7D227}" type="presParOf" srcId="{A098F0C5-4EA6-4724-AB50-190721175394}" destId="{871B8A4B-2D30-470C-99E6-182E8C7BF85B}" srcOrd="0" destOrd="0" presId="urn:microsoft.com/office/officeart/2005/8/layout/hierarchy3"/>
    <dgm:cxn modelId="{483EF592-D8C9-4829-A3D0-DC58CF1BB82B}" type="presParOf" srcId="{A098F0C5-4EA6-4724-AB50-190721175394}" destId="{000CC6CC-FF39-413B-854F-FF7CD510372E}" srcOrd="1" destOrd="0" presId="urn:microsoft.com/office/officeart/2005/8/layout/hierarchy3"/>
    <dgm:cxn modelId="{B2B9B8D2-433F-4EFD-9839-4A0B81AB852B}" type="presParOf" srcId="{A098F0C5-4EA6-4724-AB50-190721175394}" destId="{7F55B898-2D6B-4B77-BCCE-BDC5A49AF782}" srcOrd="2" destOrd="0" presId="urn:microsoft.com/office/officeart/2005/8/layout/hierarchy3"/>
    <dgm:cxn modelId="{19ACAFC2-7415-4F15-8B4D-C6347740C292}" type="presParOf" srcId="{A098F0C5-4EA6-4724-AB50-190721175394}" destId="{93C650D8-29FA-4961-93D8-6F2763424D65}" srcOrd="3" destOrd="0" presId="urn:microsoft.com/office/officeart/2005/8/layout/hierarchy3"/>
    <dgm:cxn modelId="{6ED399E2-3DE1-47F4-A1DF-97B5CF5A99DD}" type="presParOf" srcId="{79351863-5E5C-4026-BA65-1D1AE25E835A}" destId="{8282FED0-82D8-405F-8AF9-0365D9D5AB6C}" srcOrd="2" destOrd="0" presId="urn:microsoft.com/office/officeart/2005/8/layout/hierarchy3"/>
    <dgm:cxn modelId="{AE3F3E56-C4F2-4247-AA48-3AE2465089CC}" type="presParOf" srcId="{8282FED0-82D8-405F-8AF9-0365D9D5AB6C}" destId="{746DA0B0-6634-4733-BFFF-FED0D8DA0BA1}" srcOrd="0" destOrd="0" presId="urn:microsoft.com/office/officeart/2005/8/layout/hierarchy3"/>
    <dgm:cxn modelId="{1F8E9A75-2BD9-414B-BBAA-A6AE0899E1F3}" type="presParOf" srcId="{746DA0B0-6634-4733-BFFF-FED0D8DA0BA1}" destId="{7DEFBAE4-1DB9-4E44-AB30-9C98134CEC47}" srcOrd="0" destOrd="0" presId="urn:microsoft.com/office/officeart/2005/8/layout/hierarchy3"/>
    <dgm:cxn modelId="{11297528-E0C1-4398-BD98-38D647C20E97}" type="presParOf" srcId="{746DA0B0-6634-4733-BFFF-FED0D8DA0BA1}" destId="{C851BDED-4831-4299-971F-57E39E29D881}" srcOrd="1" destOrd="0" presId="urn:microsoft.com/office/officeart/2005/8/layout/hierarchy3"/>
    <dgm:cxn modelId="{2771BEFF-6789-4408-AAD9-CDFAF0058C4F}" type="presParOf" srcId="{8282FED0-82D8-405F-8AF9-0365D9D5AB6C}" destId="{3693BEC6-935E-46DE-A4C7-DB5F9A840AC0}" srcOrd="1" destOrd="0" presId="urn:microsoft.com/office/officeart/2005/8/layout/hierarchy3"/>
    <dgm:cxn modelId="{954296BD-E64B-4FEA-BB42-39E966C648DC}" type="presParOf" srcId="{3693BEC6-935E-46DE-A4C7-DB5F9A840AC0}" destId="{74A98E7E-8D94-4AD2-8E32-868CFDBE2F96}" srcOrd="0" destOrd="0" presId="urn:microsoft.com/office/officeart/2005/8/layout/hierarchy3"/>
    <dgm:cxn modelId="{0FC8F168-2E55-4313-91B9-433E95F40780}" type="presParOf" srcId="{3693BEC6-935E-46DE-A4C7-DB5F9A840AC0}" destId="{CF662B2C-F63E-4EEB-B886-3155EABB0A86}" srcOrd="1" destOrd="0" presId="urn:microsoft.com/office/officeart/2005/8/layout/hierarchy3"/>
    <dgm:cxn modelId="{04C76049-0E4E-4F0D-9A73-BA8946250E85}" type="presParOf" srcId="{79351863-5E5C-4026-BA65-1D1AE25E835A}" destId="{1BB228B0-6D66-43A9-A0C0-256A8832D2E5}" srcOrd="3" destOrd="0" presId="urn:microsoft.com/office/officeart/2005/8/layout/hierarchy3"/>
    <dgm:cxn modelId="{5795EBB3-511B-47AD-96D2-CCACF065981D}" type="presParOf" srcId="{1BB228B0-6D66-43A9-A0C0-256A8832D2E5}" destId="{A157AB44-EEDA-4369-8D42-CDDDD9D6E7F6}" srcOrd="0" destOrd="0" presId="urn:microsoft.com/office/officeart/2005/8/layout/hierarchy3"/>
    <dgm:cxn modelId="{36ACC0B1-9449-4770-9AA7-F338CD8BA792}" type="presParOf" srcId="{A157AB44-EEDA-4369-8D42-CDDDD9D6E7F6}" destId="{963BCD89-69AF-4F41-90CA-8A66B6B514DC}" srcOrd="0" destOrd="0" presId="urn:microsoft.com/office/officeart/2005/8/layout/hierarchy3"/>
    <dgm:cxn modelId="{75DA51A2-5B2E-42AD-88DE-D38328684702}" type="presParOf" srcId="{A157AB44-EEDA-4369-8D42-CDDDD9D6E7F6}" destId="{E27FC19C-62F6-4E45-9A1B-3255B280A7BC}" srcOrd="1" destOrd="0" presId="urn:microsoft.com/office/officeart/2005/8/layout/hierarchy3"/>
    <dgm:cxn modelId="{D5FCA3F2-9F6F-42B4-A552-8968109518C8}" type="presParOf" srcId="{1BB228B0-6D66-43A9-A0C0-256A8832D2E5}" destId="{42EA654F-CE43-4CA7-8745-E41BD1FA44BF}" srcOrd="1" destOrd="0" presId="urn:microsoft.com/office/officeart/2005/8/layout/hierarchy3"/>
    <dgm:cxn modelId="{7175A674-90E7-4BD2-B248-E9C7DF96C513}" type="presParOf" srcId="{42EA654F-CE43-4CA7-8745-E41BD1FA44BF}" destId="{E04B970D-604D-48D3-8D8D-EBF4C29777DC}" srcOrd="0" destOrd="0" presId="urn:microsoft.com/office/officeart/2005/8/layout/hierarchy3"/>
    <dgm:cxn modelId="{7356C0DB-4F52-40E3-9B31-9AA56E098B62}" type="presParOf" srcId="{42EA654F-CE43-4CA7-8745-E41BD1FA44BF}" destId="{AE0705B0-9630-4DCB-900F-D5E84DB765B8}" srcOrd="1" destOrd="0" presId="urn:microsoft.com/office/officeart/2005/8/layout/hierarchy3"/>
    <dgm:cxn modelId="{5B04A0BE-12DB-4BF5-8F5E-9F7A13A4C133}" type="presParOf" srcId="{79351863-5E5C-4026-BA65-1D1AE25E835A}" destId="{5C90497C-0466-4053-8E86-F84E7BE866A5}" srcOrd="4" destOrd="0" presId="urn:microsoft.com/office/officeart/2005/8/layout/hierarchy3"/>
    <dgm:cxn modelId="{4C2C8154-96EA-4200-B863-66EFA6EA0444}" type="presParOf" srcId="{5C90497C-0466-4053-8E86-F84E7BE866A5}" destId="{90188D5F-F57C-4C76-B8DC-F36DB2BFBF1A}" srcOrd="0" destOrd="0" presId="urn:microsoft.com/office/officeart/2005/8/layout/hierarchy3"/>
    <dgm:cxn modelId="{7C1CF4A3-A7CE-4C87-8300-D0AA082FB2CF}" type="presParOf" srcId="{90188D5F-F57C-4C76-B8DC-F36DB2BFBF1A}" destId="{8EDF2734-DA1C-4F43-8299-0E2386CB6E45}" srcOrd="0" destOrd="0" presId="urn:microsoft.com/office/officeart/2005/8/layout/hierarchy3"/>
    <dgm:cxn modelId="{F6AD6D84-610F-4F03-A4AF-470336AFB6F3}" type="presParOf" srcId="{90188D5F-F57C-4C76-B8DC-F36DB2BFBF1A}" destId="{B15BB453-9561-4E45-8EC2-7C7BA8744483}" srcOrd="1" destOrd="0" presId="urn:microsoft.com/office/officeart/2005/8/layout/hierarchy3"/>
    <dgm:cxn modelId="{41D665F7-D0EC-4942-BCE8-35CFA2330493}" type="presParOf" srcId="{5C90497C-0466-4053-8E86-F84E7BE866A5}" destId="{3B08FB01-FA7D-4D75-8936-B8FDF18D02A5}" srcOrd="1" destOrd="0" presId="urn:microsoft.com/office/officeart/2005/8/layout/hierarchy3"/>
    <dgm:cxn modelId="{83D3FD91-4180-4D5C-B5B2-9BA349F4F9F4}" type="presParOf" srcId="{3B08FB01-FA7D-4D75-8936-B8FDF18D02A5}" destId="{DDB942D7-C117-4FA6-B75F-AF119C118886}" srcOrd="0" destOrd="0" presId="urn:microsoft.com/office/officeart/2005/8/layout/hierarchy3"/>
    <dgm:cxn modelId="{4CE6508E-18BD-49F1-9D60-9AFFEE6850A4}" type="presParOf" srcId="{3B08FB01-FA7D-4D75-8936-B8FDF18D02A5}" destId="{F3376BA8-56F5-4F33-92F3-B40C8A44FD6C}" srcOrd="1" destOrd="0" presId="urn:microsoft.com/office/officeart/2005/8/layout/hierarchy3"/>
    <dgm:cxn modelId="{AF7EC804-DEBE-446C-A78A-28BD3EF65036}" type="presParOf" srcId="{79351863-5E5C-4026-BA65-1D1AE25E835A}" destId="{E7948149-E52C-4BFF-9CF8-42D297CE7AF3}" srcOrd="5" destOrd="0" presId="urn:microsoft.com/office/officeart/2005/8/layout/hierarchy3"/>
    <dgm:cxn modelId="{FB6CD061-1FBD-46F4-9CA6-F285D3AF0960}" type="presParOf" srcId="{E7948149-E52C-4BFF-9CF8-42D297CE7AF3}" destId="{F5CC90C6-FE06-4510-97AF-0E44EE9AE57A}" srcOrd="0" destOrd="0" presId="urn:microsoft.com/office/officeart/2005/8/layout/hierarchy3"/>
    <dgm:cxn modelId="{99DDEFA7-E038-43CC-83F5-92A40BFE8AD7}" type="presParOf" srcId="{F5CC90C6-FE06-4510-97AF-0E44EE9AE57A}" destId="{30C114A7-051E-48D9-9828-7AE9600026AD}" srcOrd="0" destOrd="0" presId="urn:microsoft.com/office/officeart/2005/8/layout/hierarchy3"/>
    <dgm:cxn modelId="{D736BE42-DC42-4D3D-B2D0-ADDED46E18C0}" type="presParOf" srcId="{F5CC90C6-FE06-4510-97AF-0E44EE9AE57A}" destId="{75880E65-D243-4A31-B135-3C50F689AE7F}" srcOrd="1" destOrd="0" presId="urn:microsoft.com/office/officeart/2005/8/layout/hierarchy3"/>
    <dgm:cxn modelId="{AD973F1B-A75C-4CAC-BD19-D47313DA4B5B}" type="presParOf" srcId="{E7948149-E52C-4BFF-9CF8-42D297CE7AF3}" destId="{A02EE65F-7EE5-40D3-AA4D-0B92EF0B0D9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B3EFDA-04AE-4A62-BEB6-19360931621C}" type="doc">
      <dgm:prSet loTypeId="urn:microsoft.com/office/officeart/2005/8/layout/vList5" loCatId="list" qsTypeId="urn:microsoft.com/office/officeart/2005/8/quickstyle/simple3" qsCatId="simple" csTypeId="urn:microsoft.com/office/officeart/2005/8/colors/accent5_4" csCatId="accent5" phldr="1"/>
      <dgm:spPr/>
      <dgm:t>
        <a:bodyPr/>
        <a:lstStyle/>
        <a:p>
          <a:endParaRPr lang="ru-RU"/>
        </a:p>
      </dgm:t>
    </dgm:pt>
    <dgm:pt modelId="{3D8A255D-6A54-4B90-9CD8-37EBBEC23575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Общекорпоративные показатели</a:t>
          </a:r>
        </a:p>
      </dgm:t>
    </dgm:pt>
    <dgm:pt modelId="{20AD5A7D-F8ED-42FE-940F-AE67D5A0FFEC}" type="parTrans" cxnId="{60866FA0-6D08-4C88-A7AA-3F367C9C8365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CC3DA328-E7C6-4098-9F4C-2F449BE4D4B6}" type="sibTrans" cxnId="{60866FA0-6D08-4C88-A7AA-3F367C9C8365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934DF6E6-CBC4-42B2-9245-457ABB8F99CC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200"/>
            </a:spcAft>
          </a:pPr>
          <a:r>
            <a:rPr lang="ru-RU" sz="1000" dirty="0">
              <a:latin typeface="+mn-lt"/>
              <a:cs typeface="Arial" panose="020B0604020202020204" pitchFamily="34" charset="0"/>
            </a:rPr>
            <a:t>Общая выручка</a:t>
          </a:r>
        </a:p>
      </dgm:t>
    </dgm:pt>
    <dgm:pt modelId="{AF218892-FCDA-4A65-832E-2BD98F1AA51F}" type="parTrans" cxnId="{076EEBCB-04DD-4650-A32D-BF00B14E9071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16DE3E4C-8533-4188-857F-4C9DA8A333F3}" type="sibTrans" cxnId="{076EEBCB-04DD-4650-A32D-BF00B14E9071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8F1420EF-1FFF-41B4-9499-C7F6CD177900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Показатели отдела</a:t>
          </a:r>
        </a:p>
      </dgm:t>
    </dgm:pt>
    <dgm:pt modelId="{5A72E21B-0E90-4D84-8578-FFFB9217C3B2}" type="parTrans" cxnId="{7193A1FB-A195-4CA9-8091-768B368EAAE4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10D62679-08E0-4A65-A25F-0493F151E800}" type="sibTrans" cxnId="{7193A1FB-A195-4CA9-8091-768B368EAAE4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D0D0074F-D491-4649-91CF-75C0EE100B75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Объем продаж желтых автомобилей</a:t>
          </a:r>
        </a:p>
      </dgm:t>
    </dgm:pt>
    <dgm:pt modelId="{D511E961-A08A-4090-B4F0-E0B7C0FC0DFC}" type="parTrans" cxnId="{7D8E3E29-7C25-43A0-98B5-F08F2DC1D2CE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8C2E5EC3-C19C-404E-92BE-22F4BAA86A64}" type="sibTrans" cxnId="{7D8E3E29-7C25-43A0-98B5-F08F2DC1D2CE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0F5142B7-F50C-42DE-A2BD-A019B09FF51B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200"/>
            </a:spcAft>
          </a:pPr>
          <a:r>
            <a:rPr lang="en-US" sz="1000" dirty="0">
              <a:latin typeface="+mn-lt"/>
              <a:cs typeface="Arial" panose="020B0604020202020204" pitchFamily="34" charset="0"/>
            </a:rPr>
            <a:t>EBITDA </a:t>
          </a:r>
          <a:r>
            <a:rPr lang="ru-RU" sz="1000" dirty="0">
              <a:latin typeface="+mn-lt"/>
              <a:cs typeface="Arial" panose="020B0604020202020204" pitchFamily="34" charset="0"/>
            </a:rPr>
            <a:t>компании</a:t>
          </a:r>
        </a:p>
      </dgm:t>
    </dgm:pt>
    <dgm:pt modelId="{E593CC38-C899-4ADB-A6C7-8D6F6842A349}" type="parTrans" cxnId="{0229B201-8416-4F1C-8CAF-605BE8539BE4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6E16D0E3-D8B7-49AB-B104-D891C3557A6A}" type="sibTrans" cxnId="{0229B201-8416-4F1C-8CAF-605BE8539BE4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F8609C90-B1C1-4ECF-8850-9CA532A8BCB5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200"/>
            </a:spcAft>
          </a:pPr>
          <a:r>
            <a:rPr lang="ru-RU" sz="1000" dirty="0">
              <a:latin typeface="+mn-lt"/>
              <a:cs typeface="Arial" panose="020B0604020202020204" pitchFamily="34" charset="0"/>
            </a:rPr>
            <a:t>Капитализация</a:t>
          </a:r>
        </a:p>
      </dgm:t>
    </dgm:pt>
    <dgm:pt modelId="{001F8D8A-C9C5-4A9C-ABA4-A75AF3338202}" type="parTrans" cxnId="{B9A3B096-70BD-4675-BD68-F46FF8F4A7E3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88193E34-6C48-4BC3-BEF4-619A52AB633C}" type="sibTrans" cxnId="{B9A3B096-70BD-4675-BD68-F46FF8F4A7E3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9E041D5D-CA82-4A3B-BF80-71B544CFB657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Прибыль от продажи Показатели отдела</a:t>
          </a:r>
        </a:p>
      </dgm:t>
    </dgm:pt>
    <dgm:pt modelId="{F4D26429-9EDA-4EE7-8BF6-85412CB5302A}" type="parTrans" cxnId="{19A4BBF1-217B-4933-8A08-84D619711028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BF316C33-6EA5-4EF8-A9E3-CC85E5A37CDC}" type="sibTrans" cxnId="{19A4BBF1-217B-4933-8A08-84D619711028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A5F6BD21-F640-436B-ACE1-E25045346CF2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Личные показатели</a:t>
          </a:r>
        </a:p>
      </dgm:t>
    </dgm:pt>
    <dgm:pt modelId="{594A246A-0F84-4772-9A3F-6805C2B02673}" type="parTrans" cxnId="{E336D674-2E67-4444-945D-6B5BD720832A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0F02393C-9ADF-48A1-AD9F-847AAB2A61F7}" type="sibTrans" cxnId="{E336D674-2E67-4444-945D-6B5BD720832A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65FB0798-6010-4FEB-AAFD-404DF6B07CF6}">
      <dgm:prSet phldrT="[Текст]" custT="1"/>
      <dgm:spPr/>
      <dgm:t>
        <a:bodyPr/>
        <a:lstStyle/>
        <a:p>
          <a:r>
            <a:rPr lang="ru-RU" sz="1000" dirty="0">
              <a:latin typeface="+mn-lt"/>
              <a:cs typeface="Arial" panose="020B0604020202020204" pitchFamily="34" charset="0"/>
            </a:rPr>
            <a:t>Личный объем продаж</a:t>
          </a:r>
        </a:p>
      </dgm:t>
    </dgm:pt>
    <dgm:pt modelId="{4DDDAB47-813B-41D4-84F5-4CDD94808B6F}" type="sibTrans" cxnId="{E7A95A37-F88D-4BA6-9932-D54C8697EB91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1C7A75A1-0040-44B8-82D0-4C0C12ACE6FB}" type="parTrans" cxnId="{E7A95A37-F88D-4BA6-9932-D54C8697EB91}">
      <dgm:prSet/>
      <dgm:spPr/>
      <dgm:t>
        <a:bodyPr/>
        <a:lstStyle/>
        <a:p>
          <a:endParaRPr lang="ru-RU" sz="1000">
            <a:latin typeface="+mn-lt"/>
            <a:cs typeface="Arial" panose="020B0604020202020204" pitchFamily="34" charset="0"/>
          </a:endParaRPr>
        </a:p>
      </dgm:t>
    </dgm:pt>
    <dgm:pt modelId="{E9790A70-1EA0-4222-8AE6-774030202481}" type="pres">
      <dgm:prSet presAssocID="{C4B3EFDA-04AE-4A62-BEB6-19360931621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1443407-2328-4A38-93D9-5BBA0D98977C}" type="pres">
      <dgm:prSet presAssocID="{3D8A255D-6A54-4B90-9CD8-37EBBEC23575}" presName="linNode" presStyleCnt="0"/>
      <dgm:spPr/>
    </dgm:pt>
    <dgm:pt modelId="{702EFFAC-98FB-412E-A9E2-0F743C600440}" type="pres">
      <dgm:prSet presAssocID="{3D8A255D-6A54-4B90-9CD8-37EBBEC23575}" presName="parentText" presStyleLbl="node1" presStyleIdx="0" presStyleCnt="3" custScaleX="58192" custLinFactY="-100000" custLinFactNeighborX="-68787" custLinFactNeighborY="-13512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B3AC9A-0E81-4F98-BCDE-485EAEA1CC0D}" type="pres">
      <dgm:prSet presAssocID="{3D8A255D-6A54-4B90-9CD8-37EBBEC23575}" presName="descendantText" presStyleLbl="alignAccFollowNode1" presStyleIdx="0" presStyleCnt="3" custScaleX="64204" custLinFactNeighborX="-55105" custLinFactNeighborY="83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3B6C91-0F14-417B-A946-7862988BFA7D}" type="pres">
      <dgm:prSet presAssocID="{CC3DA328-E7C6-4098-9F4C-2F449BE4D4B6}" presName="sp" presStyleCnt="0"/>
      <dgm:spPr/>
    </dgm:pt>
    <dgm:pt modelId="{26EAB70D-24B3-46F0-9786-DA0172DA20A6}" type="pres">
      <dgm:prSet presAssocID="{8F1420EF-1FFF-41B4-9499-C7F6CD177900}" presName="linNode" presStyleCnt="0"/>
      <dgm:spPr/>
    </dgm:pt>
    <dgm:pt modelId="{76AD042B-F522-451D-9141-FDCF31218A75}" type="pres">
      <dgm:prSet presAssocID="{8F1420EF-1FFF-41B4-9499-C7F6CD177900}" presName="parentText" presStyleLbl="node1" presStyleIdx="1" presStyleCnt="3" custScaleX="58192" custLinFactNeighborX="-28752" custLinFactNeighborY="15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3AF194-7DD7-481B-8E18-322A9FBAD258}" type="pres">
      <dgm:prSet presAssocID="{8F1420EF-1FFF-41B4-9499-C7F6CD177900}" presName="descendantText" presStyleLbl="alignAccFollowNode1" presStyleIdx="1" presStyleCnt="3" custScaleX="64335" custLinFactNeighborX="-55338" custLinFactNeighborY="36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0AFD58-4D5C-4A5C-94DD-16401FDC5C84}" type="pres">
      <dgm:prSet presAssocID="{10D62679-08E0-4A65-A25F-0493F151E800}" presName="sp" presStyleCnt="0"/>
      <dgm:spPr/>
    </dgm:pt>
    <dgm:pt modelId="{752DFC4F-B137-43F9-92A7-424B03D6C01F}" type="pres">
      <dgm:prSet presAssocID="{A5F6BD21-F640-436B-ACE1-E25045346CF2}" presName="linNode" presStyleCnt="0"/>
      <dgm:spPr/>
    </dgm:pt>
    <dgm:pt modelId="{BBCD29F0-77F3-4F5D-A42B-A569B94ACE49}" type="pres">
      <dgm:prSet presAssocID="{A5F6BD21-F640-436B-ACE1-E25045346CF2}" presName="parentText" presStyleLbl="node1" presStyleIdx="2" presStyleCnt="3" custScaleX="58192" custLinFactNeighborX="-28752" custLinFactNeighborY="15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B052AC-957E-4E86-B5D0-89DAACC7BA56}" type="pres">
      <dgm:prSet presAssocID="{A5F6BD21-F640-436B-ACE1-E25045346CF2}" presName="descendantText" presStyleLbl="alignAccFollowNode1" presStyleIdx="2" presStyleCnt="3" custScaleX="65108" custLinFactNeighborX="-54669" custLinFactNeighborY="14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193A1FB-A195-4CA9-8091-768B368EAAE4}" srcId="{C4B3EFDA-04AE-4A62-BEB6-19360931621C}" destId="{8F1420EF-1FFF-41B4-9499-C7F6CD177900}" srcOrd="1" destOrd="0" parTransId="{5A72E21B-0E90-4D84-8578-FFFB9217C3B2}" sibTransId="{10D62679-08E0-4A65-A25F-0493F151E800}"/>
    <dgm:cxn modelId="{2D948B96-CC62-4471-8A33-1114AACBCA0E}" type="presOf" srcId="{3D8A255D-6A54-4B90-9CD8-37EBBEC23575}" destId="{702EFFAC-98FB-412E-A9E2-0F743C600440}" srcOrd="0" destOrd="0" presId="urn:microsoft.com/office/officeart/2005/8/layout/vList5"/>
    <dgm:cxn modelId="{37639DCB-4A3B-41D1-BF64-483AA75E8A98}" type="presOf" srcId="{F8609C90-B1C1-4ECF-8850-9CA532A8BCB5}" destId="{60B3AC9A-0E81-4F98-BCDE-485EAEA1CC0D}" srcOrd="0" destOrd="2" presId="urn:microsoft.com/office/officeart/2005/8/layout/vList5"/>
    <dgm:cxn modelId="{0229B201-8416-4F1C-8CAF-605BE8539BE4}" srcId="{3D8A255D-6A54-4B90-9CD8-37EBBEC23575}" destId="{0F5142B7-F50C-42DE-A2BD-A019B09FF51B}" srcOrd="1" destOrd="0" parTransId="{E593CC38-C899-4ADB-A6C7-8D6F6842A349}" sibTransId="{6E16D0E3-D8B7-49AB-B104-D891C3557A6A}"/>
    <dgm:cxn modelId="{F6334886-984F-468F-B0D1-9DCE784996D8}" type="presOf" srcId="{65FB0798-6010-4FEB-AAFD-404DF6B07CF6}" destId="{CDB052AC-957E-4E86-B5D0-89DAACC7BA56}" srcOrd="0" destOrd="0" presId="urn:microsoft.com/office/officeart/2005/8/layout/vList5"/>
    <dgm:cxn modelId="{7D8E3E29-7C25-43A0-98B5-F08F2DC1D2CE}" srcId="{8F1420EF-1FFF-41B4-9499-C7F6CD177900}" destId="{D0D0074F-D491-4649-91CF-75C0EE100B75}" srcOrd="0" destOrd="0" parTransId="{D511E961-A08A-4090-B4F0-E0B7C0FC0DFC}" sibTransId="{8C2E5EC3-C19C-404E-92BE-22F4BAA86A64}"/>
    <dgm:cxn modelId="{01F688C0-ED04-47F0-A179-D18B02DD75DC}" type="presOf" srcId="{C4B3EFDA-04AE-4A62-BEB6-19360931621C}" destId="{E9790A70-1EA0-4222-8AE6-774030202481}" srcOrd="0" destOrd="0" presId="urn:microsoft.com/office/officeart/2005/8/layout/vList5"/>
    <dgm:cxn modelId="{19A4BBF1-217B-4933-8A08-84D619711028}" srcId="{8F1420EF-1FFF-41B4-9499-C7F6CD177900}" destId="{9E041D5D-CA82-4A3B-BF80-71B544CFB657}" srcOrd="1" destOrd="0" parTransId="{F4D26429-9EDA-4EE7-8BF6-85412CB5302A}" sibTransId="{BF316C33-6EA5-4EF8-A9E3-CC85E5A37CDC}"/>
    <dgm:cxn modelId="{60866FA0-6D08-4C88-A7AA-3F367C9C8365}" srcId="{C4B3EFDA-04AE-4A62-BEB6-19360931621C}" destId="{3D8A255D-6A54-4B90-9CD8-37EBBEC23575}" srcOrd="0" destOrd="0" parTransId="{20AD5A7D-F8ED-42FE-940F-AE67D5A0FFEC}" sibTransId="{CC3DA328-E7C6-4098-9F4C-2F449BE4D4B6}"/>
    <dgm:cxn modelId="{076EEBCB-04DD-4650-A32D-BF00B14E9071}" srcId="{3D8A255D-6A54-4B90-9CD8-37EBBEC23575}" destId="{934DF6E6-CBC4-42B2-9245-457ABB8F99CC}" srcOrd="0" destOrd="0" parTransId="{AF218892-FCDA-4A65-832E-2BD98F1AA51F}" sibTransId="{16DE3E4C-8533-4188-857F-4C9DA8A333F3}"/>
    <dgm:cxn modelId="{CA49FC79-26AF-4F5B-BA16-3640251763C7}" type="presOf" srcId="{934DF6E6-CBC4-42B2-9245-457ABB8F99CC}" destId="{60B3AC9A-0E81-4F98-BCDE-485EAEA1CC0D}" srcOrd="0" destOrd="0" presId="urn:microsoft.com/office/officeart/2005/8/layout/vList5"/>
    <dgm:cxn modelId="{46FE7C85-539D-4ECE-97BC-2EF67F28A4B6}" type="presOf" srcId="{9E041D5D-CA82-4A3B-BF80-71B544CFB657}" destId="{4B3AF194-7DD7-481B-8E18-322A9FBAD258}" srcOrd="0" destOrd="1" presId="urn:microsoft.com/office/officeart/2005/8/layout/vList5"/>
    <dgm:cxn modelId="{E336D674-2E67-4444-945D-6B5BD720832A}" srcId="{C4B3EFDA-04AE-4A62-BEB6-19360931621C}" destId="{A5F6BD21-F640-436B-ACE1-E25045346CF2}" srcOrd="2" destOrd="0" parTransId="{594A246A-0F84-4772-9A3F-6805C2B02673}" sibTransId="{0F02393C-9ADF-48A1-AD9F-847AAB2A61F7}"/>
    <dgm:cxn modelId="{B9A3B096-70BD-4675-BD68-F46FF8F4A7E3}" srcId="{3D8A255D-6A54-4B90-9CD8-37EBBEC23575}" destId="{F8609C90-B1C1-4ECF-8850-9CA532A8BCB5}" srcOrd="2" destOrd="0" parTransId="{001F8D8A-C9C5-4A9C-ABA4-A75AF3338202}" sibTransId="{88193E34-6C48-4BC3-BEF4-619A52AB633C}"/>
    <dgm:cxn modelId="{5769A64B-40E3-4937-B991-8939526C372F}" type="presOf" srcId="{A5F6BD21-F640-436B-ACE1-E25045346CF2}" destId="{BBCD29F0-77F3-4F5D-A42B-A569B94ACE49}" srcOrd="0" destOrd="0" presId="urn:microsoft.com/office/officeart/2005/8/layout/vList5"/>
    <dgm:cxn modelId="{04A5955C-B43C-438E-9F48-911FF0B60343}" type="presOf" srcId="{8F1420EF-1FFF-41B4-9499-C7F6CD177900}" destId="{76AD042B-F522-451D-9141-FDCF31218A75}" srcOrd="0" destOrd="0" presId="urn:microsoft.com/office/officeart/2005/8/layout/vList5"/>
    <dgm:cxn modelId="{A089D80F-D87E-454B-B19F-2BF925D85FD3}" type="presOf" srcId="{D0D0074F-D491-4649-91CF-75C0EE100B75}" destId="{4B3AF194-7DD7-481B-8E18-322A9FBAD258}" srcOrd="0" destOrd="0" presId="urn:microsoft.com/office/officeart/2005/8/layout/vList5"/>
    <dgm:cxn modelId="{E7A95A37-F88D-4BA6-9932-D54C8697EB91}" srcId="{A5F6BD21-F640-436B-ACE1-E25045346CF2}" destId="{65FB0798-6010-4FEB-AAFD-404DF6B07CF6}" srcOrd="0" destOrd="0" parTransId="{1C7A75A1-0040-44B8-82D0-4C0C12ACE6FB}" sibTransId="{4DDDAB47-813B-41D4-84F5-4CDD94808B6F}"/>
    <dgm:cxn modelId="{861F1D26-1704-42F1-9C33-2A54D7320F14}" type="presOf" srcId="{0F5142B7-F50C-42DE-A2BD-A019B09FF51B}" destId="{60B3AC9A-0E81-4F98-BCDE-485EAEA1CC0D}" srcOrd="0" destOrd="1" presId="urn:microsoft.com/office/officeart/2005/8/layout/vList5"/>
    <dgm:cxn modelId="{5AA47344-7DD6-4862-8446-2DCDED3435FD}" type="presParOf" srcId="{E9790A70-1EA0-4222-8AE6-774030202481}" destId="{91443407-2328-4A38-93D9-5BBA0D98977C}" srcOrd="0" destOrd="0" presId="urn:microsoft.com/office/officeart/2005/8/layout/vList5"/>
    <dgm:cxn modelId="{7A61C4E1-B325-4097-9CD5-2B948D911281}" type="presParOf" srcId="{91443407-2328-4A38-93D9-5BBA0D98977C}" destId="{702EFFAC-98FB-412E-A9E2-0F743C600440}" srcOrd="0" destOrd="0" presId="urn:microsoft.com/office/officeart/2005/8/layout/vList5"/>
    <dgm:cxn modelId="{46FA8499-7BB4-4708-BDEC-009FCD399D97}" type="presParOf" srcId="{91443407-2328-4A38-93D9-5BBA0D98977C}" destId="{60B3AC9A-0E81-4F98-BCDE-485EAEA1CC0D}" srcOrd="1" destOrd="0" presId="urn:microsoft.com/office/officeart/2005/8/layout/vList5"/>
    <dgm:cxn modelId="{06CA3996-FB39-444F-81D2-6C1AE394AEAC}" type="presParOf" srcId="{E9790A70-1EA0-4222-8AE6-774030202481}" destId="{753B6C91-0F14-417B-A946-7862988BFA7D}" srcOrd="1" destOrd="0" presId="urn:microsoft.com/office/officeart/2005/8/layout/vList5"/>
    <dgm:cxn modelId="{7BEADA17-CC52-4F8C-82BB-A84F541AFBA5}" type="presParOf" srcId="{E9790A70-1EA0-4222-8AE6-774030202481}" destId="{26EAB70D-24B3-46F0-9786-DA0172DA20A6}" srcOrd="2" destOrd="0" presId="urn:microsoft.com/office/officeart/2005/8/layout/vList5"/>
    <dgm:cxn modelId="{41B4772E-7368-496F-803B-706354CBFE4C}" type="presParOf" srcId="{26EAB70D-24B3-46F0-9786-DA0172DA20A6}" destId="{76AD042B-F522-451D-9141-FDCF31218A75}" srcOrd="0" destOrd="0" presId="urn:microsoft.com/office/officeart/2005/8/layout/vList5"/>
    <dgm:cxn modelId="{4E3149C9-AC26-4F63-B40A-A5FADE0A70C0}" type="presParOf" srcId="{26EAB70D-24B3-46F0-9786-DA0172DA20A6}" destId="{4B3AF194-7DD7-481B-8E18-322A9FBAD258}" srcOrd="1" destOrd="0" presId="urn:microsoft.com/office/officeart/2005/8/layout/vList5"/>
    <dgm:cxn modelId="{945DF081-035C-47E8-A5EE-A07832D0105A}" type="presParOf" srcId="{E9790A70-1EA0-4222-8AE6-774030202481}" destId="{DD0AFD58-4D5C-4A5C-94DD-16401FDC5C84}" srcOrd="3" destOrd="0" presId="urn:microsoft.com/office/officeart/2005/8/layout/vList5"/>
    <dgm:cxn modelId="{E4156BD4-59D4-4FE2-A7AB-FAE611BEFA30}" type="presParOf" srcId="{E9790A70-1EA0-4222-8AE6-774030202481}" destId="{752DFC4F-B137-43F9-92A7-424B03D6C01F}" srcOrd="4" destOrd="0" presId="urn:microsoft.com/office/officeart/2005/8/layout/vList5"/>
    <dgm:cxn modelId="{2D3809AE-715B-408B-BAF9-D4F3BD8364B8}" type="presParOf" srcId="{752DFC4F-B137-43F9-92A7-424B03D6C01F}" destId="{BBCD29F0-77F3-4F5D-A42B-A569B94ACE49}" srcOrd="0" destOrd="0" presId="urn:microsoft.com/office/officeart/2005/8/layout/vList5"/>
    <dgm:cxn modelId="{9D1D302C-962E-4C55-BF64-D700C4C5E323}" type="presParOf" srcId="{752DFC4F-B137-43F9-92A7-424B03D6C01F}" destId="{CDB052AC-957E-4E86-B5D0-89DAACC7BA5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C11C7-C4B1-45E3-9C53-78A9AEC26FDE}">
      <dsp:nvSpPr>
        <dsp:cNvPr id="0" name=""/>
        <dsp:cNvSpPr/>
      </dsp:nvSpPr>
      <dsp:spPr>
        <a:xfrm>
          <a:off x="0" y="18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Оборачиваемость активов</a:t>
          </a:r>
          <a:endParaRPr lang="en-US" sz="11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18277" y="37071"/>
        <a:ext cx="3320898" cy="337846"/>
      </dsp:txXfrm>
    </dsp:sp>
    <dsp:sp modelId="{EB85BCD9-C448-478A-A5E7-BADB1371D781}">
      <dsp:nvSpPr>
        <dsp:cNvPr id="0" name=""/>
        <dsp:cNvSpPr/>
      </dsp:nvSpPr>
      <dsp:spPr>
        <a:xfrm>
          <a:off x="0" y="450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-892954"/>
                <a:satOff val="5380"/>
                <a:lumOff val="431"/>
                <a:alphaOff val="0"/>
                <a:tint val="50000"/>
                <a:satMod val="300000"/>
              </a:schemeClr>
            </a:gs>
            <a:gs pos="35000">
              <a:schemeClr val="accent4">
                <a:hueOff val="-892954"/>
                <a:satOff val="5380"/>
                <a:lumOff val="431"/>
                <a:alphaOff val="0"/>
                <a:tint val="37000"/>
                <a:satMod val="300000"/>
              </a:schemeClr>
            </a:gs>
            <a:gs pos="100000">
              <a:schemeClr val="accent4">
                <a:hueOff val="-892954"/>
                <a:satOff val="5380"/>
                <a:lumOff val="43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Возврат на вложенный капитал</a:t>
          </a:r>
          <a:r>
            <a:rPr lang="en-US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(ROCE)</a:t>
          </a:r>
        </a:p>
      </dsp:txBody>
      <dsp:txXfrm>
        <a:off x="18277" y="469071"/>
        <a:ext cx="3320898" cy="337846"/>
      </dsp:txXfrm>
    </dsp:sp>
    <dsp:sp modelId="{DD69A505-81FA-4173-A690-3FE6B7B9C45C}">
      <dsp:nvSpPr>
        <dsp:cNvPr id="0" name=""/>
        <dsp:cNvSpPr/>
      </dsp:nvSpPr>
      <dsp:spPr>
        <a:xfrm>
          <a:off x="0" y="882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-1785908"/>
                <a:satOff val="10760"/>
                <a:lumOff val="862"/>
                <a:alphaOff val="0"/>
                <a:tint val="50000"/>
                <a:satMod val="300000"/>
              </a:schemeClr>
            </a:gs>
            <a:gs pos="35000">
              <a:schemeClr val="accent4">
                <a:hueOff val="-1785908"/>
                <a:satOff val="10760"/>
                <a:lumOff val="862"/>
                <a:alphaOff val="0"/>
                <a:tint val="37000"/>
                <a:satMod val="300000"/>
              </a:schemeClr>
            </a:gs>
            <a:gs pos="100000">
              <a:schemeClr val="accent4">
                <a:hueOff val="-1785908"/>
                <a:satOff val="10760"/>
                <a:lumOff val="86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Дебиторская задолженность в днях оборота</a:t>
          </a:r>
          <a:r>
            <a:rPr lang="en-US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 (DSO)</a:t>
          </a:r>
        </a:p>
      </dsp:txBody>
      <dsp:txXfrm>
        <a:off x="18277" y="901071"/>
        <a:ext cx="3320898" cy="337846"/>
      </dsp:txXfrm>
    </dsp:sp>
    <dsp:sp modelId="{6AA15C7E-B593-4A56-82C4-D57391250CB3}">
      <dsp:nvSpPr>
        <dsp:cNvPr id="0" name=""/>
        <dsp:cNvSpPr/>
      </dsp:nvSpPr>
      <dsp:spPr>
        <a:xfrm>
          <a:off x="0" y="1314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-2678862"/>
                <a:satOff val="16139"/>
                <a:lumOff val="1294"/>
                <a:alphaOff val="0"/>
                <a:tint val="50000"/>
                <a:satMod val="300000"/>
              </a:schemeClr>
            </a:gs>
            <a:gs pos="35000">
              <a:schemeClr val="accent4">
                <a:hueOff val="-2678862"/>
                <a:satOff val="16139"/>
                <a:lumOff val="1294"/>
                <a:alphaOff val="0"/>
                <a:tint val="37000"/>
                <a:satMod val="300000"/>
              </a:schemeClr>
            </a:gs>
            <a:gs pos="100000">
              <a:schemeClr val="accent4">
                <a:hueOff val="-2678862"/>
                <a:satOff val="16139"/>
                <a:lumOff val="129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Запасы в днях</a:t>
          </a:r>
          <a:r>
            <a:rPr lang="en-US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(DOH)</a:t>
          </a:r>
        </a:p>
      </dsp:txBody>
      <dsp:txXfrm>
        <a:off x="18277" y="1333071"/>
        <a:ext cx="3320898" cy="337846"/>
      </dsp:txXfrm>
    </dsp:sp>
    <dsp:sp modelId="{D245D9A2-3F81-48A3-A7C5-1180C3C66951}">
      <dsp:nvSpPr>
        <dsp:cNvPr id="0" name=""/>
        <dsp:cNvSpPr/>
      </dsp:nvSpPr>
      <dsp:spPr>
        <a:xfrm>
          <a:off x="0" y="1746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-3571816"/>
                <a:satOff val="21519"/>
                <a:lumOff val="1725"/>
                <a:alphaOff val="0"/>
                <a:tint val="50000"/>
                <a:satMod val="300000"/>
              </a:schemeClr>
            </a:gs>
            <a:gs pos="35000">
              <a:schemeClr val="accent4">
                <a:hueOff val="-3571816"/>
                <a:satOff val="21519"/>
                <a:lumOff val="1725"/>
                <a:alphaOff val="0"/>
                <a:tint val="37000"/>
                <a:satMod val="300000"/>
              </a:schemeClr>
            </a:gs>
            <a:gs pos="100000">
              <a:schemeClr val="accent4">
                <a:hueOff val="-3571816"/>
                <a:satOff val="21519"/>
                <a:lumOff val="172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Средний период кредиторской задолженности</a:t>
          </a:r>
          <a:endParaRPr lang="en-US" sz="11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18277" y="1765071"/>
        <a:ext cx="3320898" cy="337846"/>
      </dsp:txXfrm>
    </dsp:sp>
    <dsp:sp modelId="{1D32E131-2B90-4B9E-AC00-60C23E34E2E4}">
      <dsp:nvSpPr>
        <dsp:cNvPr id="0" name=""/>
        <dsp:cNvSpPr/>
      </dsp:nvSpPr>
      <dsp:spPr>
        <a:xfrm>
          <a:off x="0" y="2178794"/>
          <a:ext cx="3357452" cy="3744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Оборотный капитал в днях</a:t>
          </a:r>
          <a:endParaRPr lang="en-US" sz="11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18277" y="2197071"/>
        <a:ext cx="3320898" cy="337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=""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566EB60-5257-494F-9E72-845827F2B1F6}"/>
              </a:ext>
            </a:extLst>
          </p:cNvPr>
          <p:cNvSpPr txBox="1"/>
          <p:nvPr/>
        </p:nvSpPr>
        <p:spPr>
          <a:xfrm>
            <a:off x="1826918" y="4027418"/>
            <a:ext cx="562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Вероника Пешкова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генеральный директор </a:t>
            </a:r>
            <a:r>
              <a:rPr lang="ru-RU" sz="1400" dirty="0" err="1"/>
              <a:t>iExpert</a:t>
            </a:r>
            <a:endParaRPr lang="ru-RU" sz="1400" dirty="0">
              <a:highlight>
                <a:srgbClr val="FFFF00"/>
              </a:highligh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4823E2A-C44A-42E2-B622-4E22EC2080D9}"/>
              </a:ext>
            </a:extLst>
          </p:cNvPr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10" name="Изображение 2">
            <a:extLst>
              <a:ext uri="{FF2B5EF4-FFF2-40B4-BE49-F238E27FC236}">
                <a16:creationId xmlns="" xmlns:a16="http://schemas.microsoft.com/office/drawing/2014/main" id="{3C266811-C323-46A5-8586-C0A0BD78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608" y="3451939"/>
            <a:ext cx="1060310" cy="1092934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604992" y="1691561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Практика выбора ключевых показателей эффективности компании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316528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2" y="2142167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/>
              <a:t>Постановка целей компании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624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tppro.ru/imgs/news/3174/ea13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3482" y="1631690"/>
            <a:ext cx="3833971" cy="284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183370"/>
            <a:ext cx="3994957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>
                <a:latin typeface="+mn-lt"/>
                <a:cs typeface="Arial" pitchFamily="34" charset="0"/>
              </a:rPr>
              <a:t>Каждый бизнес конкурирует на рынке продукта и на рынке капитала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287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626678" y="4010161"/>
            <a:ext cx="623888" cy="790575"/>
            <a:chOff x="2430" y="2958"/>
            <a:chExt cx="393" cy="498"/>
          </a:xfrm>
        </p:grpSpPr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2529" y="2958"/>
              <a:ext cx="201" cy="106"/>
            </a:xfrm>
            <a:custGeom>
              <a:avLst/>
              <a:gdLst>
                <a:gd name="T0" fmla="*/ 125 w 201"/>
                <a:gd name="T1" fmla="*/ 100 h 106"/>
                <a:gd name="T2" fmla="*/ 159 w 201"/>
                <a:gd name="T3" fmla="*/ 75 h 106"/>
                <a:gd name="T4" fmla="*/ 200 w 201"/>
                <a:gd name="T5" fmla="*/ 57 h 106"/>
                <a:gd name="T6" fmla="*/ 199 w 201"/>
                <a:gd name="T7" fmla="*/ 51 h 106"/>
                <a:gd name="T8" fmla="*/ 193 w 201"/>
                <a:gd name="T9" fmla="*/ 46 h 106"/>
                <a:gd name="T10" fmla="*/ 165 w 201"/>
                <a:gd name="T11" fmla="*/ 39 h 106"/>
                <a:gd name="T12" fmla="*/ 172 w 201"/>
                <a:gd name="T13" fmla="*/ 36 h 106"/>
                <a:gd name="T14" fmla="*/ 173 w 201"/>
                <a:gd name="T15" fmla="*/ 29 h 106"/>
                <a:gd name="T16" fmla="*/ 167 w 201"/>
                <a:gd name="T17" fmla="*/ 25 h 106"/>
                <a:gd name="T18" fmla="*/ 144 w 201"/>
                <a:gd name="T19" fmla="*/ 22 h 106"/>
                <a:gd name="T20" fmla="*/ 151 w 201"/>
                <a:gd name="T21" fmla="*/ 18 h 106"/>
                <a:gd name="T22" fmla="*/ 154 w 201"/>
                <a:gd name="T23" fmla="*/ 11 h 106"/>
                <a:gd name="T24" fmla="*/ 150 w 201"/>
                <a:gd name="T25" fmla="*/ 6 h 106"/>
                <a:gd name="T26" fmla="*/ 140 w 201"/>
                <a:gd name="T27" fmla="*/ 1 h 106"/>
                <a:gd name="T28" fmla="*/ 122 w 201"/>
                <a:gd name="T29" fmla="*/ 1 h 106"/>
                <a:gd name="T30" fmla="*/ 109 w 201"/>
                <a:gd name="T31" fmla="*/ 6 h 106"/>
                <a:gd name="T32" fmla="*/ 106 w 201"/>
                <a:gd name="T33" fmla="*/ 13 h 106"/>
                <a:gd name="T34" fmla="*/ 100 w 201"/>
                <a:gd name="T35" fmla="*/ 17 h 106"/>
                <a:gd name="T36" fmla="*/ 98 w 201"/>
                <a:gd name="T37" fmla="*/ 10 h 106"/>
                <a:gd name="T38" fmla="*/ 88 w 201"/>
                <a:gd name="T39" fmla="*/ 1 h 106"/>
                <a:gd name="T40" fmla="*/ 67 w 201"/>
                <a:gd name="T41" fmla="*/ 1 h 106"/>
                <a:gd name="T42" fmla="*/ 60 w 201"/>
                <a:gd name="T43" fmla="*/ 4 h 106"/>
                <a:gd name="T44" fmla="*/ 60 w 201"/>
                <a:gd name="T45" fmla="*/ 13 h 106"/>
                <a:gd name="T46" fmla="*/ 37 w 201"/>
                <a:gd name="T47" fmla="*/ 11 h 106"/>
                <a:gd name="T48" fmla="*/ 28 w 201"/>
                <a:gd name="T49" fmla="*/ 12 h 106"/>
                <a:gd name="T50" fmla="*/ 24 w 201"/>
                <a:gd name="T51" fmla="*/ 15 h 106"/>
                <a:gd name="T52" fmla="*/ 23 w 201"/>
                <a:gd name="T53" fmla="*/ 19 h 106"/>
                <a:gd name="T54" fmla="*/ 28 w 201"/>
                <a:gd name="T55" fmla="*/ 22 h 106"/>
                <a:gd name="T56" fmla="*/ 10 w 201"/>
                <a:gd name="T57" fmla="*/ 24 h 106"/>
                <a:gd name="T58" fmla="*/ 0 w 201"/>
                <a:gd name="T59" fmla="*/ 30 h 106"/>
                <a:gd name="T60" fmla="*/ 31 w 201"/>
                <a:gd name="T61" fmla="*/ 47 h 106"/>
                <a:gd name="T62" fmla="*/ 57 w 201"/>
                <a:gd name="T63" fmla="*/ 71 h 106"/>
                <a:gd name="T64" fmla="*/ 77 w 201"/>
                <a:gd name="T65" fmla="*/ 101 h 106"/>
                <a:gd name="T66" fmla="*/ 99 w 201"/>
                <a:gd name="T67" fmla="*/ 99 h 106"/>
                <a:gd name="T68" fmla="*/ 120 w 201"/>
                <a:gd name="T69" fmla="*/ 10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1" h="106">
                  <a:moveTo>
                    <a:pt x="120" y="105"/>
                  </a:moveTo>
                  <a:lnTo>
                    <a:pt x="125" y="100"/>
                  </a:lnTo>
                  <a:lnTo>
                    <a:pt x="142" y="87"/>
                  </a:lnTo>
                  <a:lnTo>
                    <a:pt x="159" y="75"/>
                  </a:lnTo>
                  <a:lnTo>
                    <a:pt x="178" y="66"/>
                  </a:lnTo>
                  <a:lnTo>
                    <a:pt x="200" y="57"/>
                  </a:lnTo>
                  <a:lnTo>
                    <a:pt x="200" y="54"/>
                  </a:lnTo>
                  <a:lnTo>
                    <a:pt x="199" y="51"/>
                  </a:lnTo>
                  <a:lnTo>
                    <a:pt x="197" y="48"/>
                  </a:lnTo>
                  <a:lnTo>
                    <a:pt x="193" y="46"/>
                  </a:lnTo>
                  <a:lnTo>
                    <a:pt x="190" y="45"/>
                  </a:lnTo>
                  <a:lnTo>
                    <a:pt x="165" y="39"/>
                  </a:lnTo>
                  <a:lnTo>
                    <a:pt x="169" y="38"/>
                  </a:lnTo>
                  <a:lnTo>
                    <a:pt x="172" y="36"/>
                  </a:lnTo>
                  <a:lnTo>
                    <a:pt x="173" y="33"/>
                  </a:lnTo>
                  <a:lnTo>
                    <a:pt x="173" y="29"/>
                  </a:lnTo>
                  <a:lnTo>
                    <a:pt x="171" y="26"/>
                  </a:lnTo>
                  <a:lnTo>
                    <a:pt x="167" y="25"/>
                  </a:lnTo>
                  <a:lnTo>
                    <a:pt x="165" y="24"/>
                  </a:lnTo>
                  <a:lnTo>
                    <a:pt x="144" y="22"/>
                  </a:lnTo>
                  <a:lnTo>
                    <a:pt x="148" y="20"/>
                  </a:lnTo>
                  <a:lnTo>
                    <a:pt x="151" y="18"/>
                  </a:lnTo>
                  <a:lnTo>
                    <a:pt x="154" y="15"/>
                  </a:lnTo>
                  <a:lnTo>
                    <a:pt x="154" y="11"/>
                  </a:lnTo>
                  <a:lnTo>
                    <a:pt x="154" y="8"/>
                  </a:lnTo>
                  <a:lnTo>
                    <a:pt x="150" y="6"/>
                  </a:lnTo>
                  <a:lnTo>
                    <a:pt x="148" y="4"/>
                  </a:lnTo>
                  <a:lnTo>
                    <a:pt x="140" y="1"/>
                  </a:lnTo>
                  <a:lnTo>
                    <a:pt x="130" y="0"/>
                  </a:lnTo>
                  <a:lnTo>
                    <a:pt x="122" y="1"/>
                  </a:lnTo>
                  <a:lnTo>
                    <a:pt x="113" y="3"/>
                  </a:lnTo>
                  <a:lnTo>
                    <a:pt x="109" y="6"/>
                  </a:lnTo>
                  <a:lnTo>
                    <a:pt x="107" y="8"/>
                  </a:lnTo>
                  <a:lnTo>
                    <a:pt x="106" y="13"/>
                  </a:lnTo>
                  <a:lnTo>
                    <a:pt x="103" y="17"/>
                  </a:lnTo>
                  <a:lnTo>
                    <a:pt x="100" y="17"/>
                  </a:lnTo>
                  <a:lnTo>
                    <a:pt x="99" y="15"/>
                  </a:lnTo>
                  <a:lnTo>
                    <a:pt x="98" y="10"/>
                  </a:lnTo>
                  <a:lnTo>
                    <a:pt x="99" y="4"/>
                  </a:lnTo>
                  <a:lnTo>
                    <a:pt x="88" y="1"/>
                  </a:lnTo>
                  <a:lnTo>
                    <a:pt x="78" y="0"/>
                  </a:lnTo>
                  <a:lnTo>
                    <a:pt x="67" y="1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9" y="8"/>
                  </a:lnTo>
                  <a:lnTo>
                    <a:pt x="60" y="13"/>
                  </a:lnTo>
                  <a:lnTo>
                    <a:pt x="49" y="11"/>
                  </a:lnTo>
                  <a:lnTo>
                    <a:pt x="37" y="11"/>
                  </a:lnTo>
                  <a:lnTo>
                    <a:pt x="31" y="12"/>
                  </a:lnTo>
                  <a:lnTo>
                    <a:pt x="28" y="12"/>
                  </a:lnTo>
                  <a:lnTo>
                    <a:pt x="26" y="13"/>
                  </a:lnTo>
                  <a:lnTo>
                    <a:pt x="24" y="15"/>
                  </a:lnTo>
                  <a:lnTo>
                    <a:pt x="23" y="17"/>
                  </a:lnTo>
                  <a:lnTo>
                    <a:pt x="23" y="19"/>
                  </a:lnTo>
                  <a:lnTo>
                    <a:pt x="27" y="22"/>
                  </a:lnTo>
                  <a:lnTo>
                    <a:pt x="28" y="22"/>
                  </a:lnTo>
                  <a:lnTo>
                    <a:pt x="19" y="22"/>
                  </a:lnTo>
                  <a:lnTo>
                    <a:pt x="10" y="24"/>
                  </a:lnTo>
                  <a:lnTo>
                    <a:pt x="3" y="28"/>
                  </a:lnTo>
                  <a:lnTo>
                    <a:pt x="0" y="30"/>
                  </a:lnTo>
                  <a:lnTo>
                    <a:pt x="15" y="37"/>
                  </a:lnTo>
                  <a:lnTo>
                    <a:pt x="31" y="47"/>
                  </a:lnTo>
                  <a:lnTo>
                    <a:pt x="45" y="58"/>
                  </a:lnTo>
                  <a:lnTo>
                    <a:pt x="57" y="71"/>
                  </a:lnTo>
                  <a:lnTo>
                    <a:pt x="68" y="85"/>
                  </a:lnTo>
                  <a:lnTo>
                    <a:pt x="77" y="101"/>
                  </a:lnTo>
                  <a:lnTo>
                    <a:pt x="87" y="99"/>
                  </a:lnTo>
                  <a:lnTo>
                    <a:pt x="99" y="99"/>
                  </a:lnTo>
                  <a:lnTo>
                    <a:pt x="111" y="102"/>
                  </a:lnTo>
                  <a:lnTo>
                    <a:pt x="120" y="105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2538" y="3049"/>
              <a:ext cx="117" cy="55"/>
            </a:xfrm>
            <a:custGeom>
              <a:avLst/>
              <a:gdLst>
                <a:gd name="T0" fmla="*/ 54 w 117"/>
                <a:gd name="T1" fmla="*/ 26 h 55"/>
                <a:gd name="T2" fmla="*/ 69 w 117"/>
                <a:gd name="T3" fmla="*/ 18 h 55"/>
                <a:gd name="T4" fmla="*/ 78 w 117"/>
                <a:gd name="T5" fmla="*/ 16 h 55"/>
                <a:gd name="T6" fmla="*/ 90 w 117"/>
                <a:gd name="T7" fmla="*/ 16 h 55"/>
                <a:gd name="T8" fmla="*/ 102 w 117"/>
                <a:gd name="T9" fmla="*/ 18 h 55"/>
                <a:gd name="T10" fmla="*/ 113 w 117"/>
                <a:gd name="T11" fmla="*/ 22 h 55"/>
                <a:gd name="T12" fmla="*/ 115 w 117"/>
                <a:gd name="T13" fmla="*/ 21 h 55"/>
                <a:gd name="T14" fmla="*/ 116 w 117"/>
                <a:gd name="T15" fmla="*/ 19 h 55"/>
                <a:gd name="T16" fmla="*/ 116 w 117"/>
                <a:gd name="T17" fmla="*/ 16 h 55"/>
                <a:gd name="T18" fmla="*/ 114 w 117"/>
                <a:gd name="T19" fmla="*/ 15 h 55"/>
                <a:gd name="T20" fmla="*/ 111 w 117"/>
                <a:gd name="T21" fmla="*/ 13 h 55"/>
                <a:gd name="T22" fmla="*/ 102 w 117"/>
                <a:gd name="T23" fmla="*/ 10 h 55"/>
                <a:gd name="T24" fmla="*/ 90 w 117"/>
                <a:gd name="T25" fmla="*/ 8 h 55"/>
                <a:gd name="T26" fmla="*/ 78 w 117"/>
                <a:gd name="T27" fmla="*/ 8 h 55"/>
                <a:gd name="T28" fmla="*/ 69 w 117"/>
                <a:gd name="T29" fmla="*/ 10 h 55"/>
                <a:gd name="T30" fmla="*/ 63 w 117"/>
                <a:gd name="T31" fmla="*/ 12 h 55"/>
                <a:gd name="T32" fmla="*/ 58 w 117"/>
                <a:gd name="T33" fmla="*/ 12 h 55"/>
                <a:gd name="T34" fmla="*/ 48 w 117"/>
                <a:gd name="T35" fmla="*/ 7 h 55"/>
                <a:gd name="T36" fmla="*/ 40 w 117"/>
                <a:gd name="T37" fmla="*/ 3 h 55"/>
                <a:gd name="T38" fmla="*/ 36 w 117"/>
                <a:gd name="T39" fmla="*/ 0 h 55"/>
                <a:gd name="T40" fmla="*/ 26 w 117"/>
                <a:gd name="T41" fmla="*/ 7 h 55"/>
                <a:gd name="T42" fmla="*/ 31 w 117"/>
                <a:gd name="T43" fmla="*/ 8 h 55"/>
                <a:gd name="T44" fmla="*/ 37 w 117"/>
                <a:gd name="T45" fmla="*/ 10 h 55"/>
                <a:gd name="T46" fmla="*/ 45 w 117"/>
                <a:gd name="T47" fmla="*/ 13 h 55"/>
                <a:gd name="T48" fmla="*/ 55 w 117"/>
                <a:gd name="T49" fmla="*/ 18 h 55"/>
                <a:gd name="T50" fmla="*/ 39 w 117"/>
                <a:gd name="T51" fmla="*/ 22 h 55"/>
                <a:gd name="T52" fmla="*/ 23 w 117"/>
                <a:gd name="T53" fmla="*/ 26 h 55"/>
                <a:gd name="T54" fmla="*/ 17 w 117"/>
                <a:gd name="T55" fmla="*/ 27 h 55"/>
                <a:gd name="T56" fmla="*/ 10 w 117"/>
                <a:gd name="T57" fmla="*/ 30 h 55"/>
                <a:gd name="T58" fmla="*/ 6 w 117"/>
                <a:gd name="T59" fmla="*/ 33 h 55"/>
                <a:gd name="T60" fmla="*/ 2 w 117"/>
                <a:gd name="T61" fmla="*/ 38 h 55"/>
                <a:gd name="T62" fmla="*/ 0 w 117"/>
                <a:gd name="T63" fmla="*/ 42 h 55"/>
                <a:gd name="T64" fmla="*/ 0 w 117"/>
                <a:gd name="T65" fmla="*/ 44 h 55"/>
                <a:gd name="T66" fmla="*/ 9 w 117"/>
                <a:gd name="T67" fmla="*/ 54 h 55"/>
                <a:gd name="T68" fmla="*/ 8 w 117"/>
                <a:gd name="T69" fmla="*/ 49 h 55"/>
                <a:gd name="T70" fmla="*/ 8 w 117"/>
                <a:gd name="T71" fmla="*/ 45 h 55"/>
                <a:gd name="T72" fmla="*/ 9 w 117"/>
                <a:gd name="T73" fmla="*/ 42 h 55"/>
                <a:gd name="T74" fmla="*/ 13 w 117"/>
                <a:gd name="T75" fmla="*/ 39 h 55"/>
                <a:gd name="T76" fmla="*/ 17 w 117"/>
                <a:gd name="T77" fmla="*/ 37 h 55"/>
                <a:gd name="T78" fmla="*/ 23 w 117"/>
                <a:gd name="T79" fmla="*/ 35 h 55"/>
                <a:gd name="T80" fmla="*/ 39 w 117"/>
                <a:gd name="T81" fmla="*/ 30 h 55"/>
                <a:gd name="T82" fmla="*/ 54 w 117"/>
                <a:gd name="T83" fmla="*/ 27 h 55"/>
                <a:gd name="T84" fmla="*/ 54 w 117"/>
                <a:gd name="T85" fmla="*/ 2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55">
                  <a:moveTo>
                    <a:pt x="54" y="26"/>
                  </a:moveTo>
                  <a:lnTo>
                    <a:pt x="69" y="18"/>
                  </a:lnTo>
                  <a:lnTo>
                    <a:pt x="78" y="16"/>
                  </a:lnTo>
                  <a:lnTo>
                    <a:pt x="90" y="16"/>
                  </a:lnTo>
                  <a:lnTo>
                    <a:pt x="102" y="18"/>
                  </a:lnTo>
                  <a:lnTo>
                    <a:pt x="113" y="22"/>
                  </a:lnTo>
                  <a:lnTo>
                    <a:pt x="115" y="21"/>
                  </a:lnTo>
                  <a:lnTo>
                    <a:pt x="116" y="19"/>
                  </a:lnTo>
                  <a:lnTo>
                    <a:pt x="116" y="16"/>
                  </a:lnTo>
                  <a:lnTo>
                    <a:pt x="114" y="15"/>
                  </a:lnTo>
                  <a:lnTo>
                    <a:pt x="111" y="13"/>
                  </a:lnTo>
                  <a:lnTo>
                    <a:pt x="102" y="10"/>
                  </a:lnTo>
                  <a:lnTo>
                    <a:pt x="90" y="8"/>
                  </a:lnTo>
                  <a:lnTo>
                    <a:pt x="78" y="8"/>
                  </a:lnTo>
                  <a:lnTo>
                    <a:pt x="69" y="10"/>
                  </a:lnTo>
                  <a:lnTo>
                    <a:pt x="63" y="12"/>
                  </a:lnTo>
                  <a:lnTo>
                    <a:pt x="58" y="12"/>
                  </a:lnTo>
                  <a:lnTo>
                    <a:pt x="48" y="7"/>
                  </a:lnTo>
                  <a:lnTo>
                    <a:pt x="40" y="3"/>
                  </a:lnTo>
                  <a:lnTo>
                    <a:pt x="36" y="0"/>
                  </a:lnTo>
                  <a:lnTo>
                    <a:pt x="26" y="7"/>
                  </a:lnTo>
                  <a:lnTo>
                    <a:pt x="31" y="8"/>
                  </a:lnTo>
                  <a:lnTo>
                    <a:pt x="37" y="10"/>
                  </a:lnTo>
                  <a:lnTo>
                    <a:pt x="45" y="13"/>
                  </a:lnTo>
                  <a:lnTo>
                    <a:pt x="55" y="18"/>
                  </a:lnTo>
                  <a:lnTo>
                    <a:pt x="39" y="22"/>
                  </a:lnTo>
                  <a:lnTo>
                    <a:pt x="23" y="26"/>
                  </a:lnTo>
                  <a:lnTo>
                    <a:pt x="17" y="27"/>
                  </a:lnTo>
                  <a:lnTo>
                    <a:pt x="10" y="30"/>
                  </a:lnTo>
                  <a:lnTo>
                    <a:pt x="6" y="33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9" y="54"/>
                  </a:lnTo>
                  <a:lnTo>
                    <a:pt x="8" y="49"/>
                  </a:lnTo>
                  <a:lnTo>
                    <a:pt x="8" y="45"/>
                  </a:lnTo>
                  <a:lnTo>
                    <a:pt x="9" y="42"/>
                  </a:lnTo>
                  <a:lnTo>
                    <a:pt x="13" y="39"/>
                  </a:lnTo>
                  <a:lnTo>
                    <a:pt x="17" y="37"/>
                  </a:lnTo>
                  <a:lnTo>
                    <a:pt x="23" y="35"/>
                  </a:lnTo>
                  <a:lnTo>
                    <a:pt x="39" y="30"/>
                  </a:lnTo>
                  <a:lnTo>
                    <a:pt x="54" y="27"/>
                  </a:lnTo>
                  <a:lnTo>
                    <a:pt x="54" y="26"/>
                  </a:lnTo>
                </a:path>
              </a:pathLst>
            </a:custGeom>
            <a:solidFill>
              <a:srgbClr val="A857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2546" y="3075"/>
              <a:ext cx="46" cy="29"/>
            </a:xfrm>
            <a:custGeom>
              <a:avLst/>
              <a:gdLst>
                <a:gd name="T0" fmla="*/ 1 w 46"/>
                <a:gd name="T1" fmla="*/ 27 h 29"/>
                <a:gd name="T2" fmla="*/ 0 w 46"/>
                <a:gd name="T3" fmla="*/ 22 h 29"/>
                <a:gd name="T4" fmla="*/ 0 w 46"/>
                <a:gd name="T5" fmla="*/ 19 h 29"/>
                <a:gd name="T6" fmla="*/ 1 w 46"/>
                <a:gd name="T7" fmla="*/ 15 h 29"/>
                <a:gd name="T8" fmla="*/ 5 w 46"/>
                <a:gd name="T9" fmla="*/ 12 h 29"/>
                <a:gd name="T10" fmla="*/ 9 w 46"/>
                <a:gd name="T11" fmla="*/ 10 h 29"/>
                <a:gd name="T12" fmla="*/ 15 w 46"/>
                <a:gd name="T13" fmla="*/ 8 h 29"/>
                <a:gd name="T14" fmla="*/ 31 w 46"/>
                <a:gd name="T15" fmla="*/ 4 h 29"/>
                <a:gd name="T16" fmla="*/ 45 w 46"/>
                <a:gd name="T17" fmla="*/ 0 h 29"/>
                <a:gd name="T18" fmla="*/ 32 w 46"/>
                <a:gd name="T19" fmla="*/ 7 h 29"/>
                <a:gd name="T20" fmla="*/ 19 w 46"/>
                <a:gd name="T21" fmla="*/ 15 h 29"/>
                <a:gd name="T22" fmla="*/ 9 w 46"/>
                <a:gd name="T23" fmla="*/ 22 h 29"/>
                <a:gd name="T24" fmla="*/ 1 w 46"/>
                <a:gd name="T25" fmla="*/ 28 h 29"/>
                <a:gd name="T26" fmla="*/ 1 w 46"/>
                <a:gd name="T27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" h="29">
                  <a:moveTo>
                    <a:pt x="1" y="27"/>
                  </a:moveTo>
                  <a:lnTo>
                    <a:pt x="0" y="22"/>
                  </a:lnTo>
                  <a:lnTo>
                    <a:pt x="0" y="19"/>
                  </a:lnTo>
                  <a:lnTo>
                    <a:pt x="1" y="15"/>
                  </a:lnTo>
                  <a:lnTo>
                    <a:pt x="5" y="12"/>
                  </a:lnTo>
                  <a:lnTo>
                    <a:pt x="9" y="10"/>
                  </a:lnTo>
                  <a:lnTo>
                    <a:pt x="15" y="8"/>
                  </a:lnTo>
                  <a:lnTo>
                    <a:pt x="31" y="4"/>
                  </a:lnTo>
                  <a:lnTo>
                    <a:pt x="45" y="0"/>
                  </a:lnTo>
                  <a:lnTo>
                    <a:pt x="32" y="7"/>
                  </a:lnTo>
                  <a:lnTo>
                    <a:pt x="19" y="15"/>
                  </a:lnTo>
                  <a:lnTo>
                    <a:pt x="9" y="22"/>
                  </a:lnTo>
                  <a:lnTo>
                    <a:pt x="1" y="28"/>
                  </a:lnTo>
                  <a:lnTo>
                    <a:pt x="1" y="2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2430" y="3065"/>
              <a:ext cx="393" cy="391"/>
            </a:xfrm>
            <a:custGeom>
              <a:avLst/>
              <a:gdLst>
                <a:gd name="T0" fmla="*/ 176 w 393"/>
                <a:gd name="T1" fmla="*/ 2 h 391"/>
                <a:gd name="T2" fmla="*/ 198 w 393"/>
                <a:gd name="T3" fmla="*/ 0 h 391"/>
                <a:gd name="T4" fmla="*/ 221 w 393"/>
                <a:gd name="T5" fmla="*/ 6 h 391"/>
                <a:gd name="T6" fmla="*/ 259 w 393"/>
                <a:gd name="T7" fmla="*/ 22 h 391"/>
                <a:gd name="T8" fmla="*/ 298 w 393"/>
                <a:gd name="T9" fmla="*/ 47 h 391"/>
                <a:gd name="T10" fmla="*/ 331 w 393"/>
                <a:gd name="T11" fmla="*/ 79 h 391"/>
                <a:gd name="T12" fmla="*/ 359 w 393"/>
                <a:gd name="T13" fmla="*/ 117 h 391"/>
                <a:gd name="T14" fmla="*/ 378 w 393"/>
                <a:gd name="T15" fmla="*/ 159 h 391"/>
                <a:gd name="T16" fmla="*/ 389 w 393"/>
                <a:gd name="T17" fmla="*/ 205 h 391"/>
                <a:gd name="T18" fmla="*/ 392 w 393"/>
                <a:gd name="T19" fmla="*/ 234 h 391"/>
                <a:gd name="T20" fmla="*/ 389 w 393"/>
                <a:gd name="T21" fmla="*/ 269 h 391"/>
                <a:gd name="T22" fmla="*/ 376 w 393"/>
                <a:gd name="T23" fmla="*/ 302 h 391"/>
                <a:gd name="T24" fmla="*/ 356 w 393"/>
                <a:gd name="T25" fmla="*/ 331 h 391"/>
                <a:gd name="T26" fmla="*/ 329 w 393"/>
                <a:gd name="T27" fmla="*/ 355 h 391"/>
                <a:gd name="T28" fmla="*/ 309 w 393"/>
                <a:gd name="T29" fmla="*/ 367 h 391"/>
                <a:gd name="T30" fmla="*/ 281 w 393"/>
                <a:gd name="T31" fmla="*/ 377 h 391"/>
                <a:gd name="T32" fmla="*/ 253 w 393"/>
                <a:gd name="T33" fmla="*/ 380 h 391"/>
                <a:gd name="T34" fmla="*/ 235 w 393"/>
                <a:gd name="T35" fmla="*/ 378 h 391"/>
                <a:gd name="T36" fmla="*/ 195 w 393"/>
                <a:gd name="T37" fmla="*/ 389 h 391"/>
                <a:gd name="T38" fmla="*/ 153 w 393"/>
                <a:gd name="T39" fmla="*/ 389 h 391"/>
                <a:gd name="T40" fmla="*/ 112 w 393"/>
                <a:gd name="T41" fmla="*/ 381 h 391"/>
                <a:gd name="T42" fmla="*/ 74 w 393"/>
                <a:gd name="T43" fmla="*/ 365 h 391"/>
                <a:gd name="T44" fmla="*/ 54 w 393"/>
                <a:gd name="T45" fmla="*/ 353 h 391"/>
                <a:gd name="T46" fmla="*/ 29 w 393"/>
                <a:gd name="T47" fmla="*/ 332 h 391"/>
                <a:gd name="T48" fmla="*/ 12 w 393"/>
                <a:gd name="T49" fmla="*/ 305 h 391"/>
                <a:gd name="T50" fmla="*/ 2 w 393"/>
                <a:gd name="T51" fmla="*/ 275 h 391"/>
                <a:gd name="T52" fmla="*/ 1 w 393"/>
                <a:gd name="T53" fmla="*/ 243 h 391"/>
                <a:gd name="T54" fmla="*/ 8 w 393"/>
                <a:gd name="T55" fmla="*/ 196 h 391"/>
                <a:gd name="T56" fmla="*/ 23 w 393"/>
                <a:gd name="T57" fmla="*/ 150 h 391"/>
                <a:gd name="T58" fmla="*/ 48 w 393"/>
                <a:gd name="T59" fmla="*/ 107 h 391"/>
                <a:gd name="T60" fmla="*/ 79 w 393"/>
                <a:gd name="T61" fmla="*/ 70 h 391"/>
                <a:gd name="T62" fmla="*/ 116 w 393"/>
                <a:gd name="T63" fmla="*/ 38 h 391"/>
                <a:gd name="T64" fmla="*/ 124 w 393"/>
                <a:gd name="T65" fmla="*/ 33 h 391"/>
                <a:gd name="T66" fmla="*/ 148 w 393"/>
                <a:gd name="T67" fmla="*/ 17 h 391"/>
                <a:gd name="T68" fmla="*/ 162 w 393"/>
                <a:gd name="T69" fmla="*/ 1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3" h="391">
                  <a:moveTo>
                    <a:pt x="162" y="10"/>
                  </a:moveTo>
                  <a:lnTo>
                    <a:pt x="176" y="2"/>
                  </a:lnTo>
                  <a:lnTo>
                    <a:pt x="186" y="0"/>
                  </a:lnTo>
                  <a:lnTo>
                    <a:pt x="198" y="0"/>
                  </a:lnTo>
                  <a:lnTo>
                    <a:pt x="210" y="2"/>
                  </a:lnTo>
                  <a:lnTo>
                    <a:pt x="221" y="6"/>
                  </a:lnTo>
                  <a:lnTo>
                    <a:pt x="238" y="12"/>
                  </a:lnTo>
                  <a:lnTo>
                    <a:pt x="259" y="22"/>
                  </a:lnTo>
                  <a:lnTo>
                    <a:pt x="279" y="33"/>
                  </a:lnTo>
                  <a:lnTo>
                    <a:pt x="298" y="47"/>
                  </a:lnTo>
                  <a:lnTo>
                    <a:pt x="315" y="62"/>
                  </a:lnTo>
                  <a:lnTo>
                    <a:pt x="331" y="79"/>
                  </a:lnTo>
                  <a:lnTo>
                    <a:pt x="346" y="97"/>
                  </a:lnTo>
                  <a:lnTo>
                    <a:pt x="359" y="117"/>
                  </a:lnTo>
                  <a:lnTo>
                    <a:pt x="369" y="138"/>
                  </a:lnTo>
                  <a:lnTo>
                    <a:pt x="378" y="159"/>
                  </a:lnTo>
                  <a:lnTo>
                    <a:pt x="384" y="182"/>
                  </a:lnTo>
                  <a:lnTo>
                    <a:pt x="389" y="205"/>
                  </a:lnTo>
                  <a:lnTo>
                    <a:pt x="391" y="217"/>
                  </a:lnTo>
                  <a:lnTo>
                    <a:pt x="392" y="234"/>
                  </a:lnTo>
                  <a:lnTo>
                    <a:pt x="391" y="252"/>
                  </a:lnTo>
                  <a:lnTo>
                    <a:pt x="389" y="269"/>
                  </a:lnTo>
                  <a:lnTo>
                    <a:pt x="383" y="286"/>
                  </a:lnTo>
                  <a:lnTo>
                    <a:pt x="376" y="302"/>
                  </a:lnTo>
                  <a:lnTo>
                    <a:pt x="367" y="317"/>
                  </a:lnTo>
                  <a:lnTo>
                    <a:pt x="356" y="331"/>
                  </a:lnTo>
                  <a:lnTo>
                    <a:pt x="343" y="343"/>
                  </a:lnTo>
                  <a:lnTo>
                    <a:pt x="329" y="355"/>
                  </a:lnTo>
                  <a:lnTo>
                    <a:pt x="316" y="363"/>
                  </a:lnTo>
                  <a:lnTo>
                    <a:pt x="309" y="367"/>
                  </a:lnTo>
                  <a:lnTo>
                    <a:pt x="296" y="372"/>
                  </a:lnTo>
                  <a:lnTo>
                    <a:pt x="281" y="377"/>
                  </a:lnTo>
                  <a:lnTo>
                    <a:pt x="267" y="379"/>
                  </a:lnTo>
                  <a:lnTo>
                    <a:pt x="253" y="380"/>
                  </a:lnTo>
                  <a:lnTo>
                    <a:pt x="239" y="378"/>
                  </a:lnTo>
                  <a:lnTo>
                    <a:pt x="235" y="378"/>
                  </a:lnTo>
                  <a:lnTo>
                    <a:pt x="216" y="385"/>
                  </a:lnTo>
                  <a:lnTo>
                    <a:pt x="195" y="389"/>
                  </a:lnTo>
                  <a:lnTo>
                    <a:pt x="174" y="390"/>
                  </a:lnTo>
                  <a:lnTo>
                    <a:pt x="153" y="389"/>
                  </a:lnTo>
                  <a:lnTo>
                    <a:pt x="133" y="387"/>
                  </a:lnTo>
                  <a:lnTo>
                    <a:pt x="112" y="381"/>
                  </a:lnTo>
                  <a:lnTo>
                    <a:pt x="93" y="374"/>
                  </a:lnTo>
                  <a:lnTo>
                    <a:pt x="74" y="365"/>
                  </a:lnTo>
                  <a:lnTo>
                    <a:pt x="56" y="354"/>
                  </a:lnTo>
                  <a:lnTo>
                    <a:pt x="54" y="353"/>
                  </a:lnTo>
                  <a:lnTo>
                    <a:pt x="41" y="343"/>
                  </a:lnTo>
                  <a:lnTo>
                    <a:pt x="29" y="332"/>
                  </a:lnTo>
                  <a:lnTo>
                    <a:pt x="20" y="319"/>
                  </a:lnTo>
                  <a:lnTo>
                    <a:pt x="12" y="305"/>
                  </a:lnTo>
                  <a:lnTo>
                    <a:pt x="6" y="291"/>
                  </a:lnTo>
                  <a:lnTo>
                    <a:pt x="2" y="275"/>
                  </a:lnTo>
                  <a:lnTo>
                    <a:pt x="0" y="259"/>
                  </a:lnTo>
                  <a:lnTo>
                    <a:pt x="1" y="243"/>
                  </a:lnTo>
                  <a:lnTo>
                    <a:pt x="3" y="220"/>
                  </a:lnTo>
                  <a:lnTo>
                    <a:pt x="8" y="196"/>
                  </a:lnTo>
                  <a:lnTo>
                    <a:pt x="14" y="173"/>
                  </a:lnTo>
                  <a:lnTo>
                    <a:pt x="23" y="150"/>
                  </a:lnTo>
                  <a:lnTo>
                    <a:pt x="35" y="128"/>
                  </a:lnTo>
                  <a:lnTo>
                    <a:pt x="48" y="107"/>
                  </a:lnTo>
                  <a:lnTo>
                    <a:pt x="62" y="88"/>
                  </a:lnTo>
                  <a:lnTo>
                    <a:pt x="79" y="70"/>
                  </a:lnTo>
                  <a:lnTo>
                    <a:pt x="97" y="53"/>
                  </a:lnTo>
                  <a:lnTo>
                    <a:pt x="116" y="38"/>
                  </a:lnTo>
                  <a:lnTo>
                    <a:pt x="117" y="38"/>
                  </a:lnTo>
                  <a:lnTo>
                    <a:pt x="124" y="33"/>
                  </a:lnTo>
                  <a:lnTo>
                    <a:pt x="135" y="25"/>
                  </a:lnTo>
                  <a:lnTo>
                    <a:pt x="148" y="17"/>
                  </a:lnTo>
                  <a:lnTo>
                    <a:pt x="161" y="11"/>
                  </a:lnTo>
                  <a:lnTo>
                    <a:pt x="162" y="1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2536" y="3101"/>
              <a:ext cx="173" cy="266"/>
            </a:xfrm>
            <a:custGeom>
              <a:avLst/>
              <a:gdLst>
                <a:gd name="T0" fmla="*/ 25 w 173"/>
                <a:gd name="T1" fmla="*/ 209 h 266"/>
                <a:gd name="T2" fmla="*/ 39 w 173"/>
                <a:gd name="T3" fmla="*/ 219 h 266"/>
                <a:gd name="T4" fmla="*/ 56 w 173"/>
                <a:gd name="T5" fmla="*/ 226 h 266"/>
                <a:gd name="T6" fmla="*/ 59 w 173"/>
                <a:gd name="T7" fmla="*/ 242 h 266"/>
                <a:gd name="T8" fmla="*/ 77 w 173"/>
                <a:gd name="T9" fmla="*/ 265 h 266"/>
                <a:gd name="T10" fmla="*/ 88 w 173"/>
                <a:gd name="T11" fmla="*/ 231 h 266"/>
                <a:gd name="T12" fmla="*/ 102 w 173"/>
                <a:gd name="T13" fmla="*/ 231 h 266"/>
                <a:gd name="T14" fmla="*/ 113 w 173"/>
                <a:gd name="T15" fmla="*/ 228 h 266"/>
                <a:gd name="T16" fmla="*/ 112 w 173"/>
                <a:gd name="T17" fmla="*/ 250 h 266"/>
                <a:gd name="T18" fmla="*/ 128 w 173"/>
                <a:gd name="T19" fmla="*/ 254 h 266"/>
                <a:gd name="T20" fmla="*/ 142 w 173"/>
                <a:gd name="T21" fmla="*/ 219 h 266"/>
                <a:gd name="T22" fmla="*/ 160 w 173"/>
                <a:gd name="T23" fmla="*/ 205 h 266"/>
                <a:gd name="T24" fmla="*/ 170 w 173"/>
                <a:gd name="T25" fmla="*/ 187 h 266"/>
                <a:gd name="T26" fmla="*/ 172 w 173"/>
                <a:gd name="T27" fmla="*/ 167 h 266"/>
                <a:gd name="T28" fmla="*/ 167 w 173"/>
                <a:gd name="T29" fmla="*/ 151 h 266"/>
                <a:gd name="T30" fmla="*/ 156 w 173"/>
                <a:gd name="T31" fmla="*/ 129 h 266"/>
                <a:gd name="T32" fmla="*/ 133 w 173"/>
                <a:gd name="T33" fmla="*/ 110 h 266"/>
                <a:gd name="T34" fmla="*/ 110 w 173"/>
                <a:gd name="T35" fmla="*/ 102 h 266"/>
                <a:gd name="T36" fmla="*/ 72 w 173"/>
                <a:gd name="T37" fmla="*/ 95 h 266"/>
                <a:gd name="T38" fmla="*/ 62 w 173"/>
                <a:gd name="T39" fmla="*/ 87 h 266"/>
                <a:gd name="T40" fmla="*/ 61 w 173"/>
                <a:gd name="T41" fmla="*/ 78 h 266"/>
                <a:gd name="T42" fmla="*/ 70 w 173"/>
                <a:gd name="T43" fmla="*/ 70 h 266"/>
                <a:gd name="T44" fmla="*/ 81 w 173"/>
                <a:gd name="T45" fmla="*/ 67 h 266"/>
                <a:gd name="T46" fmla="*/ 106 w 173"/>
                <a:gd name="T47" fmla="*/ 67 h 266"/>
                <a:gd name="T48" fmla="*/ 130 w 173"/>
                <a:gd name="T49" fmla="*/ 74 h 266"/>
                <a:gd name="T50" fmla="*/ 150 w 173"/>
                <a:gd name="T51" fmla="*/ 90 h 266"/>
                <a:gd name="T52" fmla="*/ 148 w 173"/>
                <a:gd name="T53" fmla="*/ 58 h 266"/>
                <a:gd name="T54" fmla="*/ 131 w 173"/>
                <a:gd name="T55" fmla="*/ 46 h 266"/>
                <a:gd name="T56" fmla="*/ 125 w 173"/>
                <a:gd name="T57" fmla="*/ 27 h 266"/>
                <a:gd name="T58" fmla="*/ 118 w 173"/>
                <a:gd name="T59" fmla="*/ 2 h 266"/>
                <a:gd name="T60" fmla="*/ 102 w 173"/>
                <a:gd name="T61" fmla="*/ 4 h 266"/>
                <a:gd name="T62" fmla="*/ 107 w 173"/>
                <a:gd name="T63" fmla="*/ 43 h 266"/>
                <a:gd name="T64" fmla="*/ 88 w 173"/>
                <a:gd name="T65" fmla="*/ 42 h 266"/>
                <a:gd name="T66" fmla="*/ 77 w 173"/>
                <a:gd name="T67" fmla="*/ 4 h 266"/>
                <a:gd name="T68" fmla="*/ 58 w 173"/>
                <a:gd name="T69" fmla="*/ 15 h 266"/>
                <a:gd name="T70" fmla="*/ 58 w 173"/>
                <a:gd name="T71" fmla="*/ 37 h 266"/>
                <a:gd name="T72" fmla="*/ 44 w 173"/>
                <a:gd name="T73" fmla="*/ 51 h 266"/>
                <a:gd name="T74" fmla="*/ 21 w 173"/>
                <a:gd name="T75" fmla="*/ 61 h 266"/>
                <a:gd name="T76" fmla="*/ 5 w 173"/>
                <a:gd name="T77" fmla="*/ 78 h 266"/>
                <a:gd name="T78" fmla="*/ 0 w 173"/>
                <a:gd name="T79" fmla="*/ 94 h 266"/>
                <a:gd name="T80" fmla="*/ 5 w 173"/>
                <a:gd name="T81" fmla="*/ 118 h 266"/>
                <a:gd name="T82" fmla="*/ 20 w 173"/>
                <a:gd name="T83" fmla="*/ 138 h 266"/>
                <a:gd name="T84" fmla="*/ 40 w 173"/>
                <a:gd name="T85" fmla="*/ 152 h 266"/>
                <a:gd name="T86" fmla="*/ 64 w 173"/>
                <a:gd name="T87" fmla="*/ 157 h 266"/>
                <a:gd name="T88" fmla="*/ 84 w 173"/>
                <a:gd name="T89" fmla="*/ 157 h 266"/>
                <a:gd name="T90" fmla="*/ 102 w 173"/>
                <a:gd name="T91" fmla="*/ 161 h 266"/>
                <a:gd name="T92" fmla="*/ 124 w 173"/>
                <a:gd name="T93" fmla="*/ 173 h 266"/>
                <a:gd name="T94" fmla="*/ 129 w 173"/>
                <a:gd name="T95" fmla="*/ 181 h 266"/>
                <a:gd name="T96" fmla="*/ 127 w 173"/>
                <a:gd name="T97" fmla="*/ 192 h 266"/>
                <a:gd name="T98" fmla="*/ 121 w 173"/>
                <a:gd name="T99" fmla="*/ 196 h 266"/>
                <a:gd name="T100" fmla="*/ 95 w 173"/>
                <a:gd name="T101" fmla="*/ 200 h 266"/>
                <a:gd name="T102" fmla="*/ 69 w 173"/>
                <a:gd name="T103" fmla="*/ 197 h 266"/>
                <a:gd name="T104" fmla="*/ 45 w 173"/>
                <a:gd name="T105" fmla="*/ 184 h 266"/>
                <a:gd name="T106" fmla="*/ 19 w 173"/>
                <a:gd name="T107" fmla="*/ 201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3" h="266">
                  <a:moveTo>
                    <a:pt x="21" y="203"/>
                  </a:moveTo>
                  <a:lnTo>
                    <a:pt x="25" y="209"/>
                  </a:lnTo>
                  <a:lnTo>
                    <a:pt x="31" y="214"/>
                  </a:lnTo>
                  <a:lnTo>
                    <a:pt x="39" y="219"/>
                  </a:lnTo>
                  <a:lnTo>
                    <a:pt x="48" y="223"/>
                  </a:lnTo>
                  <a:lnTo>
                    <a:pt x="56" y="226"/>
                  </a:lnTo>
                  <a:lnTo>
                    <a:pt x="60" y="228"/>
                  </a:lnTo>
                  <a:lnTo>
                    <a:pt x="59" y="242"/>
                  </a:lnTo>
                  <a:lnTo>
                    <a:pt x="57" y="263"/>
                  </a:lnTo>
                  <a:lnTo>
                    <a:pt x="77" y="265"/>
                  </a:lnTo>
                  <a:lnTo>
                    <a:pt x="81" y="231"/>
                  </a:lnTo>
                  <a:lnTo>
                    <a:pt x="88" y="231"/>
                  </a:lnTo>
                  <a:lnTo>
                    <a:pt x="96" y="232"/>
                  </a:lnTo>
                  <a:lnTo>
                    <a:pt x="102" y="231"/>
                  </a:lnTo>
                  <a:lnTo>
                    <a:pt x="109" y="230"/>
                  </a:lnTo>
                  <a:lnTo>
                    <a:pt x="113" y="228"/>
                  </a:lnTo>
                  <a:lnTo>
                    <a:pt x="112" y="245"/>
                  </a:lnTo>
                  <a:lnTo>
                    <a:pt x="112" y="250"/>
                  </a:lnTo>
                  <a:lnTo>
                    <a:pt x="111" y="261"/>
                  </a:lnTo>
                  <a:lnTo>
                    <a:pt x="128" y="254"/>
                  </a:lnTo>
                  <a:lnTo>
                    <a:pt x="133" y="222"/>
                  </a:lnTo>
                  <a:lnTo>
                    <a:pt x="142" y="219"/>
                  </a:lnTo>
                  <a:lnTo>
                    <a:pt x="152" y="212"/>
                  </a:lnTo>
                  <a:lnTo>
                    <a:pt x="160" y="205"/>
                  </a:lnTo>
                  <a:lnTo>
                    <a:pt x="166" y="197"/>
                  </a:lnTo>
                  <a:lnTo>
                    <a:pt x="170" y="187"/>
                  </a:lnTo>
                  <a:lnTo>
                    <a:pt x="172" y="178"/>
                  </a:lnTo>
                  <a:lnTo>
                    <a:pt x="172" y="167"/>
                  </a:lnTo>
                  <a:lnTo>
                    <a:pt x="170" y="157"/>
                  </a:lnTo>
                  <a:lnTo>
                    <a:pt x="167" y="151"/>
                  </a:lnTo>
                  <a:lnTo>
                    <a:pt x="165" y="143"/>
                  </a:lnTo>
                  <a:lnTo>
                    <a:pt x="156" y="129"/>
                  </a:lnTo>
                  <a:lnTo>
                    <a:pt x="147" y="119"/>
                  </a:lnTo>
                  <a:lnTo>
                    <a:pt x="133" y="110"/>
                  </a:lnTo>
                  <a:lnTo>
                    <a:pt x="119" y="104"/>
                  </a:lnTo>
                  <a:lnTo>
                    <a:pt x="110" y="102"/>
                  </a:lnTo>
                  <a:lnTo>
                    <a:pt x="77" y="96"/>
                  </a:lnTo>
                  <a:lnTo>
                    <a:pt x="72" y="95"/>
                  </a:lnTo>
                  <a:lnTo>
                    <a:pt x="66" y="92"/>
                  </a:lnTo>
                  <a:lnTo>
                    <a:pt x="62" y="87"/>
                  </a:lnTo>
                  <a:lnTo>
                    <a:pt x="60" y="80"/>
                  </a:lnTo>
                  <a:lnTo>
                    <a:pt x="61" y="78"/>
                  </a:lnTo>
                  <a:lnTo>
                    <a:pt x="64" y="74"/>
                  </a:lnTo>
                  <a:lnTo>
                    <a:pt x="70" y="70"/>
                  </a:lnTo>
                  <a:lnTo>
                    <a:pt x="77" y="68"/>
                  </a:lnTo>
                  <a:lnTo>
                    <a:pt x="81" y="67"/>
                  </a:lnTo>
                  <a:lnTo>
                    <a:pt x="93" y="66"/>
                  </a:lnTo>
                  <a:lnTo>
                    <a:pt x="106" y="67"/>
                  </a:lnTo>
                  <a:lnTo>
                    <a:pt x="118" y="69"/>
                  </a:lnTo>
                  <a:lnTo>
                    <a:pt x="130" y="74"/>
                  </a:lnTo>
                  <a:lnTo>
                    <a:pt x="141" y="81"/>
                  </a:lnTo>
                  <a:lnTo>
                    <a:pt x="150" y="90"/>
                  </a:lnTo>
                  <a:lnTo>
                    <a:pt x="154" y="66"/>
                  </a:lnTo>
                  <a:lnTo>
                    <a:pt x="148" y="58"/>
                  </a:lnTo>
                  <a:lnTo>
                    <a:pt x="140" y="51"/>
                  </a:lnTo>
                  <a:lnTo>
                    <a:pt x="131" y="46"/>
                  </a:lnTo>
                  <a:lnTo>
                    <a:pt x="128" y="45"/>
                  </a:lnTo>
                  <a:lnTo>
                    <a:pt x="125" y="27"/>
                  </a:lnTo>
                  <a:lnTo>
                    <a:pt x="120" y="9"/>
                  </a:lnTo>
                  <a:lnTo>
                    <a:pt x="118" y="2"/>
                  </a:lnTo>
                  <a:lnTo>
                    <a:pt x="100" y="0"/>
                  </a:lnTo>
                  <a:lnTo>
                    <a:pt x="102" y="4"/>
                  </a:lnTo>
                  <a:lnTo>
                    <a:pt x="105" y="24"/>
                  </a:lnTo>
                  <a:lnTo>
                    <a:pt x="107" y="43"/>
                  </a:lnTo>
                  <a:lnTo>
                    <a:pt x="97" y="42"/>
                  </a:lnTo>
                  <a:lnTo>
                    <a:pt x="88" y="42"/>
                  </a:lnTo>
                  <a:lnTo>
                    <a:pt x="80" y="43"/>
                  </a:lnTo>
                  <a:lnTo>
                    <a:pt x="77" y="4"/>
                  </a:lnTo>
                  <a:lnTo>
                    <a:pt x="57" y="11"/>
                  </a:lnTo>
                  <a:lnTo>
                    <a:pt x="58" y="15"/>
                  </a:lnTo>
                  <a:lnTo>
                    <a:pt x="59" y="27"/>
                  </a:lnTo>
                  <a:lnTo>
                    <a:pt x="58" y="37"/>
                  </a:lnTo>
                  <a:lnTo>
                    <a:pt x="55" y="47"/>
                  </a:lnTo>
                  <a:lnTo>
                    <a:pt x="44" y="51"/>
                  </a:lnTo>
                  <a:lnTo>
                    <a:pt x="31" y="56"/>
                  </a:lnTo>
                  <a:lnTo>
                    <a:pt x="21" y="61"/>
                  </a:lnTo>
                  <a:lnTo>
                    <a:pt x="13" y="68"/>
                  </a:lnTo>
                  <a:lnTo>
                    <a:pt x="5" y="78"/>
                  </a:lnTo>
                  <a:lnTo>
                    <a:pt x="1" y="87"/>
                  </a:lnTo>
                  <a:lnTo>
                    <a:pt x="0" y="94"/>
                  </a:lnTo>
                  <a:lnTo>
                    <a:pt x="1" y="106"/>
                  </a:lnTo>
                  <a:lnTo>
                    <a:pt x="5" y="118"/>
                  </a:lnTo>
                  <a:lnTo>
                    <a:pt x="12" y="129"/>
                  </a:lnTo>
                  <a:lnTo>
                    <a:pt x="20" y="138"/>
                  </a:lnTo>
                  <a:lnTo>
                    <a:pt x="29" y="146"/>
                  </a:lnTo>
                  <a:lnTo>
                    <a:pt x="40" y="152"/>
                  </a:lnTo>
                  <a:lnTo>
                    <a:pt x="52" y="156"/>
                  </a:lnTo>
                  <a:lnTo>
                    <a:pt x="64" y="157"/>
                  </a:lnTo>
                  <a:lnTo>
                    <a:pt x="77" y="157"/>
                  </a:lnTo>
                  <a:lnTo>
                    <a:pt x="84" y="157"/>
                  </a:lnTo>
                  <a:lnTo>
                    <a:pt x="89" y="158"/>
                  </a:lnTo>
                  <a:lnTo>
                    <a:pt x="102" y="161"/>
                  </a:lnTo>
                  <a:lnTo>
                    <a:pt x="115" y="166"/>
                  </a:lnTo>
                  <a:lnTo>
                    <a:pt x="124" y="173"/>
                  </a:lnTo>
                  <a:lnTo>
                    <a:pt x="128" y="178"/>
                  </a:lnTo>
                  <a:lnTo>
                    <a:pt x="129" y="181"/>
                  </a:lnTo>
                  <a:lnTo>
                    <a:pt x="128" y="186"/>
                  </a:lnTo>
                  <a:lnTo>
                    <a:pt x="127" y="192"/>
                  </a:lnTo>
                  <a:lnTo>
                    <a:pt x="124" y="194"/>
                  </a:lnTo>
                  <a:lnTo>
                    <a:pt x="121" y="196"/>
                  </a:lnTo>
                  <a:lnTo>
                    <a:pt x="108" y="199"/>
                  </a:lnTo>
                  <a:lnTo>
                    <a:pt x="95" y="200"/>
                  </a:lnTo>
                  <a:lnTo>
                    <a:pt x="82" y="200"/>
                  </a:lnTo>
                  <a:lnTo>
                    <a:pt x="69" y="197"/>
                  </a:lnTo>
                  <a:lnTo>
                    <a:pt x="56" y="191"/>
                  </a:lnTo>
                  <a:lnTo>
                    <a:pt x="45" y="184"/>
                  </a:lnTo>
                  <a:lnTo>
                    <a:pt x="36" y="175"/>
                  </a:lnTo>
                  <a:lnTo>
                    <a:pt x="19" y="201"/>
                  </a:lnTo>
                  <a:lnTo>
                    <a:pt x="21" y="203"/>
                  </a:lnTo>
                </a:path>
              </a:pathLst>
            </a:custGeom>
            <a:solidFill>
              <a:srgbClr val="008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2618" y="2990"/>
              <a:ext cx="4" cy="67"/>
            </a:xfrm>
            <a:custGeom>
              <a:avLst/>
              <a:gdLst>
                <a:gd name="T0" fmla="*/ 0 w 4"/>
                <a:gd name="T1" fmla="*/ 66 h 67"/>
                <a:gd name="T2" fmla="*/ 2 w 4"/>
                <a:gd name="T3" fmla="*/ 47 h 67"/>
                <a:gd name="T4" fmla="*/ 3 w 4"/>
                <a:gd name="T5" fmla="*/ 27 h 67"/>
                <a:gd name="T6" fmla="*/ 2 w 4"/>
                <a:gd name="T7" fmla="*/ 7 h 67"/>
                <a:gd name="T8" fmla="*/ 1 w 4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7">
                  <a:moveTo>
                    <a:pt x="0" y="66"/>
                  </a:moveTo>
                  <a:lnTo>
                    <a:pt x="2" y="47"/>
                  </a:lnTo>
                  <a:lnTo>
                    <a:pt x="3" y="27"/>
                  </a:lnTo>
                  <a:lnTo>
                    <a:pt x="2" y="7"/>
                  </a:lnTo>
                  <a:lnTo>
                    <a:pt x="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2618" y="3003"/>
              <a:ext cx="11" cy="54"/>
            </a:xfrm>
            <a:custGeom>
              <a:avLst/>
              <a:gdLst>
                <a:gd name="T0" fmla="*/ 0 w 11"/>
                <a:gd name="T1" fmla="*/ 53 h 54"/>
                <a:gd name="T2" fmla="*/ 6 w 11"/>
                <a:gd name="T3" fmla="*/ 28 h 54"/>
                <a:gd name="T4" fmla="*/ 9 w 11"/>
                <a:gd name="T5" fmla="*/ 3 h 54"/>
                <a:gd name="T6" fmla="*/ 10 w 11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54">
                  <a:moveTo>
                    <a:pt x="0" y="53"/>
                  </a:moveTo>
                  <a:lnTo>
                    <a:pt x="6" y="28"/>
                  </a:lnTo>
                  <a:lnTo>
                    <a:pt x="9" y="3"/>
                  </a:lnTo>
                  <a:lnTo>
                    <a:pt x="1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2601" y="3066"/>
              <a:ext cx="13" cy="31"/>
            </a:xfrm>
            <a:custGeom>
              <a:avLst/>
              <a:gdLst>
                <a:gd name="T0" fmla="*/ 0 w 13"/>
                <a:gd name="T1" fmla="*/ 30 h 31"/>
                <a:gd name="T2" fmla="*/ 7 w 13"/>
                <a:gd name="T3" fmla="*/ 16 h 31"/>
                <a:gd name="T4" fmla="*/ 12 w 13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31">
                  <a:moveTo>
                    <a:pt x="0" y="30"/>
                  </a:moveTo>
                  <a:lnTo>
                    <a:pt x="7" y="16"/>
                  </a:lnTo>
                  <a:lnTo>
                    <a:pt x="1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2616" y="3066"/>
              <a:ext cx="3" cy="31"/>
            </a:xfrm>
            <a:custGeom>
              <a:avLst/>
              <a:gdLst>
                <a:gd name="T0" fmla="*/ 0 w 3"/>
                <a:gd name="T1" fmla="*/ 30 h 31"/>
                <a:gd name="T2" fmla="*/ 2 w 3"/>
                <a:gd name="T3" fmla="*/ 14 h 31"/>
                <a:gd name="T4" fmla="*/ 2 w 3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1">
                  <a:moveTo>
                    <a:pt x="0" y="30"/>
                  </a:moveTo>
                  <a:lnTo>
                    <a:pt x="2" y="14"/>
                  </a:lnTo>
                  <a:lnTo>
                    <a:pt x="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2669" y="3419"/>
              <a:ext cx="33" cy="24"/>
            </a:xfrm>
            <a:custGeom>
              <a:avLst/>
              <a:gdLst>
                <a:gd name="T0" fmla="*/ 0 w 33"/>
                <a:gd name="T1" fmla="*/ 23 h 24"/>
                <a:gd name="T2" fmla="*/ 15 w 33"/>
                <a:gd name="T3" fmla="*/ 14 h 24"/>
                <a:gd name="T4" fmla="*/ 28 w 33"/>
                <a:gd name="T5" fmla="*/ 4 h 24"/>
                <a:gd name="T6" fmla="*/ 32 w 33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4">
                  <a:moveTo>
                    <a:pt x="0" y="23"/>
                  </a:moveTo>
                  <a:lnTo>
                    <a:pt x="15" y="14"/>
                  </a:lnTo>
                  <a:lnTo>
                    <a:pt x="28" y="4"/>
                  </a:lnTo>
                  <a:lnTo>
                    <a:pt x="3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183370"/>
            <a:ext cx="3994957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>
                <a:cs typeface="Arial" pitchFamily="34" charset="0"/>
              </a:rPr>
              <a:t>Финансовые альтернативы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677962" y="2662878"/>
            <a:ext cx="741383" cy="1262000"/>
            <a:chOff x="1927" y="2458"/>
            <a:chExt cx="424" cy="430"/>
          </a:xfrm>
        </p:grpSpPr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1927" y="2458"/>
              <a:ext cx="424" cy="166"/>
            </a:xfrm>
            <a:prstGeom prst="leftArrow">
              <a:avLst>
                <a:gd name="adj1" fmla="val 50000"/>
                <a:gd name="adj2" fmla="val 75721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318" y="2504"/>
              <a:ext cx="0" cy="384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489675" y="2638048"/>
            <a:ext cx="1203260" cy="568791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sz="1400" b="1">
              <a:cs typeface="Arial" panose="020B0604020202020204" pitchFamily="34" charset="0"/>
            </a:endParaRP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408516" y="2629735"/>
            <a:ext cx="1365577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ru-RU" sz="1400" b="1" dirty="0">
                <a:cs typeface="Arial" panose="020B0604020202020204" pitchFamily="34" charset="0"/>
              </a:rPr>
              <a:t>Выплаты </a:t>
            </a:r>
          </a:p>
          <a:p>
            <a:pPr algn="ctr" eaLnBrk="0" hangingPunct="0"/>
            <a:r>
              <a:rPr lang="ru-RU" sz="1400" b="1" dirty="0">
                <a:cs typeface="Arial" panose="020B0604020202020204" pitchFamily="34" charset="0"/>
              </a:rPr>
              <a:t>инвесторам</a:t>
            </a:r>
            <a:endParaRPr lang="en-US" sz="1400" b="1" dirty="0">
              <a:cs typeface="Arial" panose="020B0604020202020204" pitchFamily="34" charset="0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2938622" y="2629414"/>
            <a:ext cx="1517059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ru-RU" sz="1400" b="1" dirty="0">
                <a:cs typeface="Arial" panose="020B0604020202020204" pitchFamily="34" charset="0"/>
              </a:rPr>
              <a:t>Проекты компании</a:t>
            </a:r>
            <a:endParaRPr lang="en-US" sz="1400" b="1" dirty="0">
              <a:cs typeface="Arial" panose="020B0604020202020204" pitchFamily="34" charset="0"/>
            </a:endParaRPr>
          </a:p>
        </p:txBody>
      </p:sp>
      <p:graphicFrame>
        <p:nvGraphicFramePr>
          <p:cNvPr id="27" name="Object 29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769311700"/>
              </p:ext>
            </p:extLst>
          </p:nvPr>
        </p:nvGraphicFramePr>
        <p:xfrm>
          <a:off x="543617" y="1600847"/>
          <a:ext cx="1095375" cy="993775"/>
        </p:xfrm>
        <a:graphic>
          <a:graphicData uri="http://schemas.openxmlformats.org/presentationml/2006/ole">
            <p:oleObj spid="_x0000_s1027" name="Microsoft ClipArt Gallery" r:id="rId3" imgW="1095375" imgH="993775" progId="">
              <p:embed/>
            </p:oleObj>
          </a:graphicData>
        </a:graphic>
      </p:graphicFrame>
      <p:sp>
        <p:nvSpPr>
          <p:cNvPr id="29" name="AutoShape 8"/>
          <p:cNvSpPr>
            <a:spLocks noChangeArrowheads="1"/>
          </p:cNvSpPr>
          <p:nvPr/>
        </p:nvSpPr>
        <p:spPr bwMode="auto">
          <a:xfrm flipH="1">
            <a:off x="2527837" y="2662878"/>
            <a:ext cx="570922" cy="470977"/>
          </a:xfrm>
          <a:prstGeom prst="leftArrow">
            <a:avLst>
              <a:gd name="adj1" fmla="val 50000"/>
              <a:gd name="adj2" fmla="val 75721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674" y="3994286"/>
            <a:ext cx="2170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cs typeface="Arial" panose="020B0604020202020204" pitchFamily="34" charset="0"/>
              </a:rPr>
              <a:t>Другие возможности для инвестиций на рынке</a:t>
            </a:r>
            <a:endParaRPr lang="en-US" sz="1600" b="1" dirty="0">
              <a:cs typeface="Arial" panose="020B0604020202020204" pitchFamily="34" charset="0"/>
            </a:endParaRPr>
          </a:p>
        </p:txBody>
      </p:sp>
      <p:sp>
        <p:nvSpPr>
          <p:cNvPr id="33" name="Line 9"/>
          <p:cNvSpPr>
            <a:spLocks noChangeShapeType="1"/>
          </p:cNvSpPr>
          <p:nvPr/>
        </p:nvSpPr>
        <p:spPr bwMode="auto">
          <a:xfrm>
            <a:off x="2267744" y="2787774"/>
            <a:ext cx="0" cy="1137788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3085047" y="2605666"/>
            <a:ext cx="1203260" cy="568791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sz="1400" b="1">
              <a:cs typeface="Arial" panose="020B0604020202020204" pitchFamily="34" charset="0"/>
            </a:endParaRP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>
            <a:off x="2595609" y="2796235"/>
            <a:ext cx="0" cy="1129327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9"/>
          <p:cNvSpPr>
            <a:spLocks noChangeShapeType="1"/>
          </p:cNvSpPr>
          <p:nvPr/>
        </p:nvSpPr>
        <p:spPr bwMode="auto">
          <a:xfrm>
            <a:off x="2509234" y="2778564"/>
            <a:ext cx="9301" cy="1146314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4706" y="1326462"/>
            <a:ext cx="859437" cy="126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3869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80"/>
            <a:ext cx="3994957" cy="417477"/>
          </a:xfrm>
        </p:spPr>
        <p:txBody>
          <a:bodyPr anchor="t">
            <a:noAutofit/>
          </a:bodyPr>
          <a:lstStyle/>
          <a:p>
            <a:pPr lvl="0" algn="l">
              <a:lnSpc>
                <a:spcPct val="90000"/>
              </a:lnSpc>
              <a:spcBef>
                <a:spcPts val="1000"/>
              </a:spcBef>
            </a:pPr>
            <a:r>
              <a:rPr lang="ru-RU" sz="1800" b="1" dirty="0">
                <a:latin typeface="+mn-lt"/>
              </a:rPr>
              <a:t>Цель работы компании</a:t>
            </a:r>
            <a:endParaRPr lang="en-US" sz="1800" b="1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527" y="2038626"/>
            <a:ext cx="41044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hlink"/>
              </a:buClr>
              <a:buSzPct val="120000"/>
            </a:pPr>
            <a:r>
              <a:rPr lang="ru-RU" sz="1600" dirty="0">
                <a:cs typeface="Arial" panose="020B0604020202020204" pitchFamily="34" charset="0"/>
              </a:rPr>
              <a:t>Для лиц, принимающих финансовые решения</a:t>
            </a:r>
            <a:r>
              <a:rPr lang="en-US" sz="1600" dirty="0">
                <a:cs typeface="Arial" panose="020B0604020202020204" pitchFamily="34" charset="0"/>
              </a:rPr>
              <a:t>:</a:t>
            </a:r>
            <a:br>
              <a:rPr lang="en-US" sz="1600" dirty="0">
                <a:cs typeface="Arial" panose="020B0604020202020204" pitchFamily="34" charset="0"/>
              </a:rPr>
            </a:br>
            <a:r>
              <a:rPr lang="en-US" sz="1600" dirty="0">
                <a:cs typeface="Arial" panose="020B0604020202020204" pitchFamily="34" charset="0"/>
              </a:rPr>
              <a:t/>
            </a:r>
            <a:br>
              <a:rPr lang="en-US" sz="1600" dirty="0">
                <a:cs typeface="Arial" panose="020B0604020202020204" pitchFamily="34" charset="0"/>
              </a:rPr>
            </a:br>
            <a:r>
              <a:rPr lang="en-US" sz="1600" dirty="0"/>
              <a:t/>
            </a:r>
            <a:br>
              <a:rPr lang="en-US" sz="1600" dirty="0"/>
            </a:br>
            <a:r>
              <a:rPr lang="ru-RU" sz="1600" b="1" u="sng" dirty="0"/>
              <a:t>Максимизация акционерной стоимости</a:t>
            </a:r>
            <a:endParaRPr lang="ru-RU" sz="1600" b="1" u="sng" dirty="0"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743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80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Некорректные цели</a:t>
            </a:r>
            <a:endParaRPr lang="en-US" sz="1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1716757"/>
            <a:ext cx="393700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cs typeface="Arial" panose="020B0604020202020204" pitchFamily="34" charset="0"/>
              </a:rPr>
              <a:t>Размер бизнеса</a:t>
            </a:r>
            <a:r>
              <a:rPr lang="en-US" sz="1200" b="1" dirty="0">
                <a:cs typeface="Arial" panose="020B0604020202020204" pitchFamily="34" charset="0"/>
              </a:rPr>
              <a:t>: </a:t>
            </a:r>
            <a:r>
              <a:rPr lang="ru-RU" sz="1200" dirty="0">
                <a:cs typeface="Arial" panose="020B0604020202020204" pitchFamily="34" charset="0"/>
              </a:rPr>
              <a:t>всегда ли больше означает - лучше?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cs typeface="Arial" panose="020B0604020202020204" pitchFamily="34" charset="0"/>
              </a:rPr>
              <a:t>Доля рынка</a:t>
            </a:r>
            <a:r>
              <a:rPr lang="en-US" sz="1200" b="1" dirty="0">
                <a:cs typeface="Arial" panose="020B0604020202020204" pitchFamily="34" charset="0"/>
              </a:rPr>
              <a:t>: </a:t>
            </a:r>
            <a:r>
              <a:rPr lang="ru-RU" sz="1200" dirty="0">
                <a:cs typeface="Arial" panose="020B0604020202020204" pitchFamily="34" charset="0"/>
              </a:rPr>
              <a:t>всегда ли большая доля рынка лучший сценарий для бизнеса?</a:t>
            </a:r>
            <a:endParaRPr lang="en-US" sz="1200" dirty="0">
              <a:cs typeface="Arial" panose="020B0604020202020204" pitchFamily="34" charset="0"/>
            </a:endParaRP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cs typeface="Arial" panose="020B0604020202020204" pitchFamily="34" charset="0"/>
              </a:rPr>
              <a:t>Рост</a:t>
            </a:r>
            <a:r>
              <a:rPr lang="en-US" sz="1200" b="1" dirty="0">
                <a:cs typeface="Arial" panose="020B0604020202020204" pitchFamily="34" charset="0"/>
              </a:rPr>
              <a:t>: </a:t>
            </a:r>
            <a:r>
              <a:rPr lang="ru-RU" sz="1200" dirty="0">
                <a:cs typeface="Arial" panose="020B0604020202020204" pitchFamily="34" charset="0"/>
              </a:rPr>
              <a:t>работает, только если растет стоимость компании. Прибыль</a:t>
            </a:r>
            <a:r>
              <a:rPr lang="en-US" sz="1200" dirty="0">
                <a:cs typeface="Arial" panose="020B0604020202020204" pitchFamily="34" charset="0"/>
              </a:rPr>
              <a:t>: </a:t>
            </a:r>
            <a:r>
              <a:rPr lang="ru-RU" sz="1200" dirty="0">
                <a:cs typeface="Arial" panose="020B0604020202020204" pitchFamily="34" charset="0"/>
              </a:rPr>
              <a:t>не подкрепляется денежными потоками в конкретный момент времени:</a:t>
            </a:r>
            <a:endParaRPr lang="en-US" sz="1200" dirty="0">
              <a:cs typeface="Arial" panose="020B0604020202020204" pitchFamily="34" charset="0"/>
            </a:endParaRPr>
          </a:p>
          <a:p>
            <a:pPr marL="360000" lvl="2" indent="-180000">
              <a:buFont typeface="Arial" panose="020B0604020202020204" pitchFamily="34" charset="0"/>
              <a:buChar char="•"/>
            </a:pPr>
            <a:r>
              <a:rPr lang="ru-RU" sz="1000" dirty="0">
                <a:cs typeface="Arial" panose="020B0604020202020204" pitchFamily="34" charset="0"/>
              </a:rPr>
              <a:t>При желании компания может показать в отчетности за конкретный год большую прибыль, чем на самом деле заработала.</a:t>
            </a:r>
            <a:endParaRPr lang="en-US" sz="1000" dirty="0">
              <a:cs typeface="Arial" panose="020B0604020202020204" pitchFamily="34" charset="0"/>
            </a:endParaRPr>
          </a:p>
          <a:p>
            <a:pPr marL="360000" lvl="2" indent="-180000">
              <a:buFont typeface="Arial" panose="020B0604020202020204" pitchFamily="34" charset="0"/>
              <a:buChar char="•"/>
            </a:pPr>
            <a:r>
              <a:rPr lang="ru-RU" sz="1000" dirty="0">
                <a:cs typeface="Arial" panose="020B0604020202020204" pitchFamily="34" charset="0"/>
              </a:rPr>
              <a:t>Как</a:t>
            </a:r>
            <a:r>
              <a:rPr lang="en-US" sz="1000" dirty="0">
                <a:cs typeface="Arial" panose="020B0604020202020204" pitchFamily="34" charset="0"/>
              </a:rPr>
              <a:t>?</a:t>
            </a: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cs typeface="Arial" panose="020B0604020202020204" pitchFamily="34" charset="0"/>
              </a:rPr>
              <a:t>Максимизация денежных выплат</a:t>
            </a:r>
            <a:r>
              <a:rPr lang="en-US" sz="1200" b="1" dirty="0">
                <a:cs typeface="Arial" panose="020B0604020202020204" pitchFamily="34" charset="0"/>
              </a:rPr>
              <a:t> </a:t>
            </a:r>
            <a:r>
              <a:rPr lang="ru-RU" sz="1200" b="1" dirty="0">
                <a:cs typeface="Arial" panose="020B0604020202020204" pitchFamily="34" charset="0"/>
              </a:rPr>
              <a:t>акционерам:</a:t>
            </a:r>
            <a:r>
              <a:rPr lang="ru-RU" sz="1200" dirty="0">
                <a:cs typeface="Arial" panose="020B0604020202020204" pitchFamily="34" charset="0"/>
              </a:rPr>
              <a:t> иногда правильнее не платить дивиденды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190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ШФД-250\9 Стратегическое развитие\рис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317063"/>
            <a:ext cx="6183390" cy="347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80"/>
            <a:ext cx="3994957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>
                <a:cs typeface="Arial" pitchFamily="34" charset="0"/>
              </a:rPr>
              <a:t>Стратегические цели и операционные задачи </a:t>
            </a:r>
          </a:p>
        </p:txBody>
      </p:sp>
    </p:spTree>
    <p:extLst>
      <p:ext uri="{BB962C8B-B14F-4D97-AF65-F5344CB8AC3E}">
        <p14:creationId xmlns:p14="http://schemas.microsoft.com/office/powerpoint/2010/main" xmlns="" val="213222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017714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2017714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/>
              <a:t>Выбор ключевых показателей эффективности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023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508018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Ключевые группы показателей</a:t>
            </a:r>
            <a:endParaRPr lang="en-US" sz="1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2032290"/>
            <a:ext cx="393700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Рентабельность.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Управление активами.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Ликвидность.</a:t>
            </a:r>
            <a:endParaRPr lang="en-US" sz="1400" dirty="0">
              <a:cs typeface="Arial" panose="020B0604020202020204" pitchFamily="34" charset="0"/>
            </a:endParaRPr>
          </a:p>
          <a:p>
            <a:pPr marL="171450" lvl="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Инвестиционные.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902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80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Показатели рентабельности</a:t>
            </a:r>
            <a:endParaRPr lang="en-US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83483" y="1716757"/>
            <a:ext cx="1437989" cy="84502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grpSp>
        <p:nvGrpSpPr>
          <p:cNvPr id="7" name="Группа 6"/>
          <p:cNvGrpSpPr/>
          <p:nvPr/>
        </p:nvGrpSpPr>
        <p:grpSpPr>
          <a:xfrm>
            <a:off x="827889" y="1948942"/>
            <a:ext cx="1437989" cy="845022"/>
            <a:chOff x="247486" y="1494947"/>
            <a:chExt cx="2199649" cy="1396777"/>
          </a:xfrm>
        </p:grpSpPr>
        <p:sp>
          <p:nvSpPr>
            <p:cNvPr id="21" name="Скругленный прямоугольник 20"/>
            <p:cNvSpPr/>
            <p:nvPr/>
          </p:nvSpPr>
          <p:spPr>
            <a:xfrm>
              <a:off x="247486" y="1494947"/>
              <a:ext cx="2199649" cy="1396777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Скругленный прямоугольник 5"/>
            <p:cNvSpPr/>
            <p:nvPr/>
          </p:nvSpPr>
          <p:spPr>
            <a:xfrm>
              <a:off x="288396" y="1535857"/>
              <a:ext cx="2117829" cy="13149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>
                  <a:solidFill>
                    <a:schemeClr val="tx1"/>
                  </a:solidFill>
                  <a:cs typeface="Arial" panose="020B0604020202020204" pitchFamily="34" charset="0"/>
                </a:rPr>
                <a:t>Маржа валовой прибыли</a:t>
              </a:r>
            </a:p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>
                  <a:solidFill>
                    <a:schemeClr val="tx1"/>
                  </a:solidFill>
                  <a:cs typeface="Arial" panose="020B0604020202020204" pitchFamily="34" charset="0"/>
                </a:rPr>
                <a:t>(</a:t>
              </a:r>
              <a:r>
                <a:rPr lang="en-US" sz="1200" kern="1200" dirty="0">
                  <a:solidFill>
                    <a:schemeClr val="tx1"/>
                  </a:solidFill>
                  <a:cs typeface="Arial" panose="020B0604020202020204" pitchFamily="34" charset="0"/>
                </a:rPr>
                <a:t>GP margin</a:t>
              </a:r>
              <a:r>
                <a:rPr lang="ru-RU" sz="1200" kern="1200" dirty="0">
                  <a:solidFill>
                    <a:schemeClr val="tx1"/>
                  </a:solidFill>
                  <a:cs typeface="Arial" panose="020B0604020202020204" pitchFamily="34" charset="0"/>
                </a:rPr>
                <a:t>)</a:t>
              </a:r>
              <a:endParaRPr lang="en-US" sz="1200" kern="12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7" name="Скругленный прямоугольник 26"/>
          <p:cNvSpPr/>
          <p:nvPr/>
        </p:nvSpPr>
        <p:spPr>
          <a:xfrm>
            <a:off x="2438597" y="1709155"/>
            <a:ext cx="1437989" cy="84502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grpSp>
        <p:nvGrpSpPr>
          <p:cNvPr id="28" name="Группа 27"/>
          <p:cNvGrpSpPr/>
          <p:nvPr/>
        </p:nvGrpSpPr>
        <p:grpSpPr>
          <a:xfrm>
            <a:off x="2683003" y="1941340"/>
            <a:ext cx="1437989" cy="845022"/>
            <a:chOff x="247486" y="1494947"/>
            <a:chExt cx="2199649" cy="1396777"/>
          </a:xfrm>
        </p:grpSpPr>
        <p:sp>
          <p:nvSpPr>
            <p:cNvPr id="29" name="Скругленный прямоугольник 28"/>
            <p:cNvSpPr/>
            <p:nvPr/>
          </p:nvSpPr>
          <p:spPr>
            <a:xfrm>
              <a:off x="247486" y="1494947"/>
              <a:ext cx="2199649" cy="1396777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Скругленный прямоугольник 5"/>
            <p:cNvSpPr/>
            <p:nvPr/>
          </p:nvSpPr>
          <p:spPr>
            <a:xfrm>
              <a:off x="288396" y="1535857"/>
              <a:ext cx="2117829" cy="13149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Маржа </a:t>
              </a:r>
              <a:r>
                <a:rPr lang="en-US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EBITDA</a:t>
              </a:r>
            </a:p>
          </p:txBody>
        </p:sp>
      </p:grpSp>
      <p:sp>
        <p:nvSpPr>
          <p:cNvPr id="31" name="Скругленный прямоугольник 30"/>
          <p:cNvSpPr/>
          <p:nvPr/>
        </p:nvSpPr>
        <p:spPr>
          <a:xfrm>
            <a:off x="583483" y="2926709"/>
            <a:ext cx="1437989" cy="84502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grpSp>
        <p:nvGrpSpPr>
          <p:cNvPr id="32" name="Группа 31"/>
          <p:cNvGrpSpPr/>
          <p:nvPr/>
        </p:nvGrpSpPr>
        <p:grpSpPr>
          <a:xfrm>
            <a:off x="827889" y="3158894"/>
            <a:ext cx="1437989" cy="845022"/>
            <a:chOff x="247486" y="1494947"/>
            <a:chExt cx="2199649" cy="1396777"/>
          </a:xfrm>
        </p:grpSpPr>
        <p:sp>
          <p:nvSpPr>
            <p:cNvPr id="33" name="Скругленный прямоугольник 32"/>
            <p:cNvSpPr/>
            <p:nvPr/>
          </p:nvSpPr>
          <p:spPr>
            <a:xfrm>
              <a:off x="247486" y="1494947"/>
              <a:ext cx="2199649" cy="1396777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Скругленный прямоугольник 5"/>
            <p:cNvSpPr/>
            <p:nvPr/>
          </p:nvSpPr>
          <p:spPr>
            <a:xfrm>
              <a:off x="288396" y="1535857"/>
              <a:ext cx="2117829" cy="13149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Маржа операционной прибыли</a:t>
              </a:r>
            </a:p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EBIT margin</a:t>
              </a: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)</a:t>
              </a:r>
              <a:endParaRPr lang="en-US" sz="12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5" name="Скругленный прямоугольник 34"/>
          <p:cNvSpPr/>
          <p:nvPr/>
        </p:nvSpPr>
        <p:spPr>
          <a:xfrm>
            <a:off x="2411852" y="2939554"/>
            <a:ext cx="1437989" cy="84502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grpSp>
        <p:nvGrpSpPr>
          <p:cNvPr id="36" name="Группа 35"/>
          <p:cNvGrpSpPr/>
          <p:nvPr/>
        </p:nvGrpSpPr>
        <p:grpSpPr>
          <a:xfrm>
            <a:off x="2656258" y="3171739"/>
            <a:ext cx="1437989" cy="845022"/>
            <a:chOff x="247486" y="1494947"/>
            <a:chExt cx="2199649" cy="1396777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247486" y="1494947"/>
              <a:ext cx="2199649" cy="1396777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Скругленный прямоугольник 5"/>
            <p:cNvSpPr/>
            <p:nvPr/>
          </p:nvSpPr>
          <p:spPr>
            <a:xfrm>
              <a:off x="288396" y="1535857"/>
              <a:ext cx="2117829" cy="13149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Маржа чистой прибыли</a:t>
              </a:r>
            </a:p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Net profit margin</a:t>
              </a:r>
              <a:r>
                <a:rPr lang="ru-RU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)</a:t>
              </a:r>
              <a:endParaRPr lang="en-US" sz="12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9884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80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Показатели эффективности управления активами</a:t>
            </a:r>
            <a:endParaRPr lang="en-US" sz="1800" b="1" dirty="0"/>
          </a:p>
        </p:txBody>
      </p:sp>
      <p:graphicFrame>
        <p:nvGraphicFramePr>
          <p:cNvPr id="9" name="Rectangle 3">
            <a:extLst>
              <a:ext uri="{FF2B5EF4-FFF2-40B4-BE49-F238E27FC236}">
                <a16:creationId xmlns="" xmlns:a16="http://schemas.microsoft.com/office/drawing/2014/main" id="{6BBB2777-CE73-4E28-84A7-7B04FE95F0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257701911"/>
              </p:ext>
            </p:extLst>
          </p:nvPr>
        </p:nvGraphicFramePr>
        <p:xfrm>
          <a:off x="583484" y="1908991"/>
          <a:ext cx="3357452" cy="2571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44752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508018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Инвестиционные показатели</a:t>
            </a:r>
            <a:endParaRPr lang="en-US" sz="1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2032290"/>
            <a:ext cx="393700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Возврат на капитал.</a:t>
            </a:r>
            <a:endParaRPr lang="en-US" sz="1400" dirty="0">
              <a:cs typeface="Arial" panose="020B0604020202020204" pitchFamily="34" charset="0"/>
            </a:endParaRP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Доход на одну акцию</a:t>
            </a:r>
            <a:r>
              <a:rPr lang="en-US" sz="1400" dirty="0">
                <a:cs typeface="Arial" panose="020B0604020202020204" pitchFamily="34" charset="0"/>
              </a:rPr>
              <a:t> (EPS)</a:t>
            </a:r>
            <a:r>
              <a:rPr lang="ru-RU" sz="1400" dirty="0"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Дивиденд на одну акцию.</a:t>
            </a:r>
            <a:endParaRPr lang="en-US" sz="1400" dirty="0">
              <a:cs typeface="Arial" panose="020B0604020202020204" pitchFamily="34" charset="0"/>
            </a:endParaRP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cs typeface="Arial" panose="020B0604020202020204" pitchFamily="34" charset="0"/>
              </a:rPr>
              <a:t>Покрытие дивидендов.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cs typeface="Arial" panose="020B0604020202020204" pitchFamily="34" charset="0"/>
              </a:rPr>
              <a:t>P/E</a:t>
            </a:r>
            <a:r>
              <a:rPr lang="ru-RU" sz="1400" dirty="0">
                <a:cs typeface="Arial" panose="020B0604020202020204" pitchFamily="34" charset="0"/>
              </a:rPr>
              <a:t>.</a:t>
            </a:r>
            <a:r>
              <a:rPr lang="en-US" sz="1400" dirty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96000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299279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Современный подход к управлению</a:t>
            </a:r>
            <a:endParaRPr lang="en-US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xmlns="" val="3911237589"/>
              </p:ext>
            </p:extLst>
          </p:nvPr>
        </p:nvGraphicFramePr>
        <p:xfrm>
          <a:off x="583483" y="1709503"/>
          <a:ext cx="4374883" cy="2571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75487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231122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Элементы организационной структуры</a:t>
            </a:r>
            <a:endParaRPr lang="en-US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xmlns="" val="4182384668"/>
              </p:ext>
            </p:extLst>
          </p:nvPr>
        </p:nvGraphicFramePr>
        <p:xfrm>
          <a:off x="377625" y="2002665"/>
          <a:ext cx="4423294" cy="196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60075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25527" y="1414103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Выбор ключевых показателей эффективности</a:t>
            </a:r>
            <a:endParaRPr lang="en-US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xmlns="" val="3234228542"/>
              </p:ext>
            </p:extLst>
          </p:nvPr>
        </p:nvGraphicFramePr>
        <p:xfrm>
          <a:off x="167425" y="1751528"/>
          <a:ext cx="4897855" cy="204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452220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4504" y="1173168"/>
            <a:ext cx="3994957" cy="417477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ru-RU" sz="1800" b="1" dirty="0"/>
              <a:t>Ключевые показатели эффективности</a:t>
            </a:r>
            <a:endParaRPr lang="en-US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xmlns="" val="2618672347"/>
              </p:ext>
            </p:extLst>
          </p:nvPr>
        </p:nvGraphicFramePr>
        <p:xfrm>
          <a:off x="583483" y="1725088"/>
          <a:ext cx="6513053" cy="2005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38192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Создание системы ключевых показателей эффективности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8" name="Picture 2" descr="http://s57.radikal.ru/i156/1201/30/844df56763ba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693" r="-1" b="3312"/>
          <a:stretch/>
        </p:blipFill>
        <p:spPr bwMode="auto">
          <a:xfrm>
            <a:off x="639977" y="2752831"/>
            <a:ext cx="1715096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lib.podelise.ru/tw_files2/urls_6/7/d-6752/img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635" r="2" b="23791"/>
          <a:stretch/>
        </p:blipFill>
        <p:spPr bwMode="auto">
          <a:xfrm>
            <a:off x="2207126" y="1504287"/>
            <a:ext cx="2975156" cy="124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http://lampafilm.net/uploads/1286972198_maugli.cd1.0-16-57.118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-1" b="2278"/>
          <a:stretch/>
        </p:blipFill>
        <p:spPr bwMode="auto">
          <a:xfrm>
            <a:off x="639977" y="1495834"/>
            <a:ext cx="1715096" cy="125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459296" y="3134650"/>
            <a:ext cx="2665236" cy="4841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3700" b="1" dirty="0"/>
              <a:t>Формат оплаты труда влияет на корпоративную культуру</a:t>
            </a:r>
            <a:endParaRPr lang="en-US" sz="3700" b="1" dirty="0"/>
          </a:p>
        </p:txBody>
      </p:sp>
    </p:spTree>
    <p:extLst>
      <p:ext uri="{BB962C8B-B14F-4D97-AF65-F5344CB8AC3E}">
        <p14:creationId xmlns:p14="http://schemas.microsoft.com/office/powerpoint/2010/main" xmlns="" val="3094389070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1320</TotalTime>
  <Words>415</Words>
  <Application>Microsoft Office PowerPoint</Application>
  <PresentationFormat>Экран (16:9)</PresentationFormat>
  <Paragraphs>109</Paragraphs>
  <Slides>17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Microsoft ClipArt Gallery</vt:lpstr>
      <vt:lpstr>Слайд 1</vt:lpstr>
      <vt:lpstr>Постановка целей компании</vt:lpstr>
      <vt:lpstr>Каждый бизнес конкурирует на рынке продукта и на рынке капитала</vt:lpstr>
      <vt:lpstr>Финансовые альтернативы</vt:lpstr>
      <vt:lpstr>Цель работы компании</vt:lpstr>
      <vt:lpstr>Некорректные цели</vt:lpstr>
      <vt:lpstr>Стратегические цели и операционные задачи </vt:lpstr>
      <vt:lpstr>Выбор ключевых показателей эффективности</vt:lpstr>
      <vt:lpstr>Ключевые группы показателей</vt:lpstr>
      <vt:lpstr>Показатели рентабельности</vt:lpstr>
      <vt:lpstr>Показатели эффективности управления активами</vt:lpstr>
      <vt:lpstr>Инвестиционные показатели</vt:lpstr>
      <vt:lpstr>Современный подход к управлению</vt:lpstr>
      <vt:lpstr>Элементы организационной структуры</vt:lpstr>
      <vt:lpstr>Выбор ключевых показателей эффективности</vt:lpstr>
      <vt:lpstr>Ключевые показатели эффективности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74</cp:revision>
  <dcterms:created xsi:type="dcterms:W3CDTF">2018-01-12T10:39:47Z</dcterms:created>
  <dcterms:modified xsi:type="dcterms:W3CDTF">2018-12-19T08:54:19Z</dcterms:modified>
</cp:coreProperties>
</file>